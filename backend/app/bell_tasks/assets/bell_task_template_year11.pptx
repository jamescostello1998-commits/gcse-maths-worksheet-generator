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2" r:id="rId2"/>
    <p:sldMasterId id="2147483681" r:id="rId3"/>
  </p:sldMasterIdLst>
  <p:notesMasterIdLst>
    <p:notesMasterId r:id="rId9"/>
  </p:notesMasterIdLst>
  <p:sldIdLst>
    <p:sldId id="348" r:id="rId4"/>
    <p:sldId id="349" r:id="rId5"/>
    <p:sldId id="350" r:id="rId6"/>
    <p:sldId id="351" r:id="rId7"/>
    <p:sldId id="35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1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F3AD7-1222-46CF-A2F8-7663A97E11B9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B549C-F076-41A7-BC56-9E3CD8255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25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7523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7D4CD-7680-BF1D-6095-FA6CAE47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EE29A-FC92-05CC-C979-595B1C1D7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0790A-6277-A00B-5FC1-4ACA8875D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8CE4B-353C-7AAE-C897-2ED0D1F5A7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9029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0351-8F81-2F3A-E5D9-E71D9415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C3342-B938-7B51-BAD3-F1909CBE0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66D92-6E1D-43CD-723C-63873E0A2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7172F-C43B-E447-50BE-36A3B679D7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1708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15C60-6FC9-0E98-C256-3AD79112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63043-62C0-DB63-7A92-4A010D4D9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DCB81-614D-15C8-CDFB-57480DE18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7BAD2-00ED-E445-1344-DC56D15CB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7183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A8521-A47F-05E3-F096-1C6FB257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17E56-B34D-218D-8F2E-52D57D30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D2BE0-93B6-CAC9-6D74-E3FC91096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535AC-D668-9884-7B1E-AD2EDBDDCA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0568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8" Type="http://schemas.openxmlformats.org/officeDocument/2006/relationships/image" Target="../media/image22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8" Type="http://schemas.openxmlformats.org/officeDocument/2006/relationships/image" Target="../media/image2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8" Type="http://schemas.openxmlformats.org/officeDocument/2006/relationships/image" Target="../media/image2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0;p2"/>
          <p:cNvSpPr/>
          <p:nvPr userDrawn="1"/>
        </p:nvSpPr>
        <p:spPr>
          <a:xfrm>
            <a:off x="311150" y="2062025"/>
            <a:ext cx="11560500" cy="4605300"/>
          </a:xfrm>
          <a:prstGeom prst="rect">
            <a:avLst/>
          </a:prstGeom>
          <a:noFill/>
          <a:ln w="57150" cap="flat" cmpd="sng">
            <a:solidFill>
              <a:srgbClr val="462B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311450" y="1519846"/>
            <a:ext cx="971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None/>
              <a:defRPr sz="2000" i="0" u="none" strike="noStrike" cap="none">
                <a:solidFill>
                  <a:srgbClr val="7F7F7F"/>
                </a:solidFill>
                <a:latin typeface="+mn-lt"/>
                <a:cs typeface="Calibri" panose="020F0502020204030204" pitchFamily="34" charset="0"/>
              </a:defRPr>
            </a:lvl1pPr>
            <a:lvl2pPr marR="0" lvl="1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None/>
              <a:defRPr sz="1800" i="0" u="none" strike="noStrike" cap="none">
                <a:solidFill>
                  <a:srgbClr val="888888"/>
                </a:solidFill>
              </a:defRPr>
            </a:lvl2pPr>
            <a:lvl3pPr marR="0" lvl="2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None/>
              <a:defRPr sz="1600" i="0" u="none" strike="noStrike" cap="none">
                <a:solidFill>
                  <a:srgbClr val="888888"/>
                </a:solidFill>
              </a:defRPr>
            </a:lvl3pPr>
            <a:lvl4pPr marR="0" lvl="3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None/>
              <a:defRPr sz="1400" i="0" u="none" strike="noStrike" cap="none">
                <a:solidFill>
                  <a:srgbClr val="888888"/>
                </a:solidFill>
              </a:defRPr>
            </a:lvl4pPr>
            <a:lvl5pPr marR="0" lvl="4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None/>
              <a:defRPr sz="1400" i="0" u="none" strike="noStrike" cap="none">
                <a:solidFill>
                  <a:srgbClr val="888888"/>
                </a:solidFill>
              </a:defRPr>
            </a:lvl5pPr>
            <a:lvl6pPr marR="0" lvl="5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6pPr>
            <a:lvl7pPr marR="0" lvl="6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7pPr>
            <a:lvl8pPr marR="0" lvl="7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8pPr>
            <a:lvl9pPr marR="0" lvl="8" algn="ctr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23;p2"/>
          <p:cNvSpPr txBox="1"/>
          <p:nvPr userDrawn="1"/>
        </p:nvSpPr>
        <p:spPr>
          <a:xfrm>
            <a:off x="914301" y="2066475"/>
            <a:ext cx="1734600" cy="58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kern="1200" dirty="0">
                <a:solidFill>
                  <a:srgbClr val="531D60"/>
                </a:solidFill>
                <a:latin typeface="+mn-lt"/>
                <a:ea typeface="+mn-ea"/>
                <a:cs typeface="Calibri" panose="020F0502020204030204" pitchFamily="34" charset="0"/>
              </a:rPr>
              <a:t>Bell Task: </a:t>
            </a:r>
            <a:endParaRPr sz="2800" b="1" kern="1200" dirty="0">
              <a:solidFill>
                <a:srgbClr val="531D60"/>
              </a:solidFill>
              <a:latin typeface="+mn-lt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5" name="Google Shape;25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06450" y="1327825"/>
            <a:ext cx="625000" cy="6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;p2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83" y="2110033"/>
            <a:ext cx="621050" cy="62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7;p2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 dirty="0"/>
          </a:p>
        </p:txBody>
      </p:sp>
      <p:sp>
        <p:nvSpPr>
          <p:cNvPr id="18" name="Google Shape;21;p2"/>
          <p:cNvSpPr txBox="1">
            <a:spLocks noGrp="1"/>
          </p:cNvSpPr>
          <p:nvPr>
            <p:ph type="ctrTitle"/>
          </p:nvPr>
        </p:nvSpPr>
        <p:spPr>
          <a:xfrm>
            <a:off x="311500" y="814265"/>
            <a:ext cx="97192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531D60"/>
              </a:buClr>
              <a:buSzPts val="4000"/>
              <a:buNone/>
              <a:defRPr sz="4000" i="0" u="none" strike="noStrike" cap="none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19" name="Text Placeholder 20"/>
          <p:cNvSpPr>
            <a:spLocks noGrp="1"/>
          </p:cNvSpPr>
          <p:nvPr>
            <p:ph type="body" sz="quarter" idx="11"/>
          </p:nvPr>
        </p:nvSpPr>
        <p:spPr>
          <a:xfrm>
            <a:off x="354682" y="2731083"/>
            <a:ext cx="11516967" cy="393624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254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llenge &amp; Asp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;p3"/>
          <p:cNvSpPr/>
          <p:nvPr userDrawn="1"/>
        </p:nvSpPr>
        <p:spPr>
          <a:xfrm>
            <a:off x="11645900" y="793324"/>
            <a:ext cx="520800" cy="946500"/>
          </a:xfrm>
          <a:prstGeom prst="rect">
            <a:avLst/>
          </a:prstGeom>
          <a:solidFill>
            <a:schemeClr val="lt1"/>
          </a:solidFill>
          <a:ln w="400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;p3"/>
          <p:cNvSpPr txBox="1"/>
          <p:nvPr userDrawn="1"/>
        </p:nvSpPr>
        <p:spPr>
          <a:xfrm>
            <a:off x="1381600" y="872875"/>
            <a:ext cx="10656300" cy="14196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 dirty="0">
                <a:solidFill>
                  <a:schemeClr val="dk1"/>
                </a:solidFill>
                <a:latin typeface="+mn-lt"/>
                <a:cs typeface="Calibri" panose="020F0502020204030204" pitchFamily="34" charset="0"/>
              </a:rPr>
              <a:t>Curriculum :</a:t>
            </a:r>
            <a:endParaRPr sz="2100" dirty="0">
              <a:solidFill>
                <a:schemeClr val="dk1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0" name="Google Shape;32;p3"/>
          <p:cNvPicPr preferRelativeResize="0"/>
          <p:nvPr userDrawn="1"/>
        </p:nvPicPr>
        <p:blipFill rotWithShape="1">
          <a:blip r:embed="rId2">
            <a:alphaModFix/>
          </a:blip>
          <a:srcRect l="19695" r="17478" b="11832"/>
          <a:stretch/>
        </p:blipFill>
        <p:spPr>
          <a:xfrm>
            <a:off x="273051" y="3791266"/>
            <a:ext cx="802244" cy="11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3;p3"/>
          <p:cNvPicPr preferRelativeResize="0"/>
          <p:nvPr userDrawn="1"/>
        </p:nvPicPr>
        <p:blipFill rotWithShape="1">
          <a:blip r:embed="rId3">
            <a:alphaModFix/>
          </a:blip>
          <a:srcRect b="11832"/>
          <a:stretch/>
        </p:blipFill>
        <p:spPr>
          <a:xfrm>
            <a:off x="109849" y="5526407"/>
            <a:ext cx="1125926" cy="9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4;p3"/>
          <p:cNvSpPr txBox="1"/>
          <p:nvPr userDrawn="1"/>
        </p:nvSpPr>
        <p:spPr>
          <a:xfrm>
            <a:off x="1385375" y="3544282"/>
            <a:ext cx="10656300" cy="16269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9F296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 dirty="0">
                <a:solidFill>
                  <a:srgbClr val="9F296B"/>
                </a:solidFill>
                <a:latin typeface="+mn-lt"/>
                <a:cs typeface="Calibri" panose="020F0502020204030204" pitchFamily="34" charset="0"/>
              </a:rPr>
              <a:t>SOAP : </a:t>
            </a:r>
            <a:endParaRPr sz="2100" b="1" dirty="0">
              <a:solidFill>
                <a:srgbClr val="9F296B"/>
              </a:solidFill>
              <a:latin typeface="+mn-lt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None/>
            </a:pPr>
            <a:r>
              <a:rPr lang="en-GB" sz="2400" dirty="0">
                <a:solidFill>
                  <a:srgbClr val="7030A0"/>
                </a:solidFill>
                <a:latin typeface="+mn-lt"/>
                <a:ea typeface="Ubuntu"/>
                <a:cs typeface="Calibri" panose="020F0502020204030204" pitchFamily="34" charset="0"/>
                <a:sym typeface="Ubuntu"/>
              </a:rPr>
              <a:t> </a:t>
            </a:r>
            <a:endParaRPr dirty="0">
              <a:latin typeface="+mn-lt"/>
              <a:ea typeface="Ubuntu"/>
              <a:cs typeface="Calibri" panose="020F0502020204030204" pitchFamily="34" charset="0"/>
              <a:sym typeface="Ubuntu"/>
            </a:endParaRPr>
          </a:p>
        </p:txBody>
      </p:sp>
      <p:sp>
        <p:nvSpPr>
          <p:cNvPr id="13" name="Google Shape;35;p3"/>
          <p:cNvSpPr txBox="1"/>
          <p:nvPr userDrawn="1"/>
        </p:nvSpPr>
        <p:spPr>
          <a:xfrm>
            <a:off x="1370525" y="5351316"/>
            <a:ext cx="10686000" cy="13755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en-GB" sz="2100" b="1" dirty="0">
                <a:solidFill>
                  <a:srgbClr val="7F7F7F"/>
                </a:solidFill>
                <a:latin typeface="+mn-lt"/>
                <a:cs typeface="Calibri" panose="020F0502020204030204" pitchFamily="34" charset="0"/>
              </a:rPr>
              <a:t>Key Vocabulary :</a:t>
            </a:r>
            <a:endParaRPr sz="2100" b="1" dirty="0">
              <a:solidFill>
                <a:srgbClr val="7F7F7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4" name="Google Shape;36;p3"/>
          <p:cNvSpPr txBox="1"/>
          <p:nvPr userDrawn="1"/>
        </p:nvSpPr>
        <p:spPr>
          <a:xfrm>
            <a:off x="1381609" y="2499871"/>
            <a:ext cx="10656300" cy="8370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2F24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 dirty="0">
                <a:solidFill>
                  <a:srgbClr val="2F2466"/>
                </a:solidFill>
                <a:latin typeface="+mn-lt"/>
                <a:cs typeface="Calibri" panose="020F0502020204030204" pitchFamily="34" charset="0"/>
              </a:rPr>
              <a:t>Lesson Title :</a:t>
            </a:r>
            <a:endParaRPr sz="2100" dirty="0">
              <a:solidFill>
                <a:srgbClr val="2F2466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8" name="Google Shape;40;p3"/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563" y="1032500"/>
            <a:ext cx="1054500" cy="10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41;p3"/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555" y="2447870"/>
            <a:ext cx="946500" cy="9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1381125" y="1222375"/>
            <a:ext cx="10656888" cy="1069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1"/>
          </p:nvPr>
        </p:nvSpPr>
        <p:spPr>
          <a:xfrm>
            <a:off x="1396429" y="3954345"/>
            <a:ext cx="10656888" cy="118698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2"/>
          </p:nvPr>
        </p:nvSpPr>
        <p:spPr>
          <a:xfrm>
            <a:off x="1396429" y="2820202"/>
            <a:ext cx="10656888" cy="4941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381492" y="5758802"/>
            <a:ext cx="10656888" cy="9403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377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5;p4"/>
          <p:cNvPicPr preferRelativeResize="0"/>
          <p:nvPr userDrawn="1"/>
        </p:nvPicPr>
        <p:blipFill rotWithShape="1">
          <a:blip r:embed="rId2">
            <a:alphaModFix/>
          </a:blip>
          <a:srcRect t="18724" b="31753"/>
          <a:stretch/>
        </p:blipFill>
        <p:spPr>
          <a:xfrm>
            <a:off x="22175" y="910319"/>
            <a:ext cx="768950" cy="3808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52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Knowled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Google Shape;49;p5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200" y="816951"/>
            <a:ext cx="632575" cy="588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006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essons Activi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Google Shape;92;p7"/>
          <p:cNvPicPr preferRelativeResize="0"/>
          <p:nvPr userDrawn="1"/>
        </p:nvPicPr>
        <p:blipFill rotWithShape="1">
          <a:blip r:embed="rId2">
            <a:alphaModFix/>
          </a:blip>
          <a:srcRect b="18652"/>
          <a:stretch/>
        </p:blipFill>
        <p:spPr>
          <a:xfrm>
            <a:off x="66500" y="802553"/>
            <a:ext cx="753701" cy="613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778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en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Google Shape;97;p8"/>
          <p:cNvPicPr preferRelativeResize="0"/>
          <p:nvPr userDrawn="1"/>
        </p:nvPicPr>
        <p:blipFill rotWithShape="1">
          <a:blip r:embed="rId2">
            <a:alphaModFix/>
          </a:blip>
          <a:srcRect l="9936" t="9849" r="9606" b="23461"/>
          <a:stretch/>
        </p:blipFill>
        <p:spPr>
          <a:xfrm>
            <a:off x="34357" y="816950"/>
            <a:ext cx="763184" cy="63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016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d Exam 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Google Shape;106;p10"/>
          <p:cNvPicPr preferRelativeResize="0"/>
          <p:nvPr userDrawn="1"/>
        </p:nvPicPr>
        <p:blipFill rotWithShape="1">
          <a:blip r:embed="rId2">
            <a:alphaModFix/>
          </a:blip>
          <a:srcRect b="12990"/>
          <a:stretch/>
        </p:blipFill>
        <p:spPr>
          <a:xfrm>
            <a:off x="65575" y="816950"/>
            <a:ext cx="754616" cy="656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7106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borativ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8316043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Google Shape;86;p6"/>
          <p:cNvPicPr preferRelativeResize="0"/>
          <p:nvPr userDrawn="1"/>
        </p:nvPicPr>
        <p:blipFill rotWithShape="1">
          <a:blip r:embed="rId2">
            <a:alphaModFix/>
          </a:blip>
          <a:srcRect l="5937" r="5441" b="13547"/>
          <a:stretch/>
        </p:blipFill>
        <p:spPr>
          <a:xfrm>
            <a:off x="58452" y="785078"/>
            <a:ext cx="660851" cy="591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3;p6"/>
          <p:cNvSpPr/>
          <p:nvPr userDrawn="1"/>
        </p:nvSpPr>
        <p:spPr>
          <a:xfrm>
            <a:off x="8609021" y="1729915"/>
            <a:ext cx="3405600" cy="4944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+mn-lt"/>
              <a:ea typeface="Ubuntu"/>
              <a:cs typeface="Calibri" panose="020F0502020204030204" pitchFamily="34" charset="0"/>
              <a:sym typeface="Ubuntu"/>
            </a:endParaRPr>
          </a:p>
        </p:txBody>
      </p:sp>
      <p:sp>
        <p:nvSpPr>
          <p:cNvPr id="11" name="Google Shape;54;p6"/>
          <p:cNvSpPr txBox="1"/>
          <p:nvPr userDrawn="1"/>
        </p:nvSpPr>
        <p:spPr>
          <a:xfrm>
            <a:off x="9741992" y="3786877"/>
            <a:ext cx="1117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  <a:cs typeface="Calibri" panose="020F0502020204030204" pitchFamily="34" charset="0"/>
              </a:rPr>
              <a:t>Insert selected </a:t>
            </a:r>
            <a:endParaRPr dirty="0">
              <a:latin typeface="+mn-lt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  <a:cs typeface="Calibri" panose="020F0502020204030204" pitchFamily="34" charset="0"/>
              </a:rPr>
              <a:t>Collaborative</a:t>
            </a:r>
            <a:endParaRPr dirty="0">
              <a:latin typeface="+mn-lt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  <a:cs typeface="Calibri" panose="020F0502020204030204" pitchFamily="34" charset="0"/>
              </a:rPr>
              <a:t>Structure </a:t>
            </a:r>
            <a:endParaRPr dirty="0">
              <a:latin typeface="+mn-lt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  <a:cs typeface="Calibri" panose="020F0502020204030204" pitchFamily="34" charset="0"/>
              </a:rPr>
              <a:t>here</a:t>
            </a:r>
            <a:endParaRPr dirty="0"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2" name="Google Shape;55;p6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-16989287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56;p6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13024738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57;p6"/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-9060189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58;p6"/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-5095640" y="-5844414"/>
            <a:ext cx="3685844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9;p6"/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-1131091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60;p6"/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2833458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61;p6"/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6798007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62;p6"/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10762556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63;p6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14727105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64;p6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18691655" y="-5823651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65;p6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22656203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66;p6"/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26620753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67;p6"/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-1246087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69;p6"/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-8496328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70;p6"/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-456425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71;p6"/>
          <p:cNvPicPr preferRelativeResize="0"/>
          <p:nvPr userDrawn="1"/>
        </p:nvPicPr>
        <p:blipFill rotWithShape="1">
          <a:blip r:embed="rId18">
            <a:alphaModFix/>
          </a:blip>
          <a:srcRect/>
          <a:stretch/>
        </p:blipFill>
        <p:spPr>
          <a:xfrm>
            <a:off x="17107497" y="1068760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72;p6"/>
          <p:cNvPicPr preferRelativeResize="0"/>
          <p:nvPr userDrawn="1"/>
        </p:nvPicPr>
        <p:blipFill rotWithShape="1">
          <a:blip r:embed="rId19">
            <a:alphaModFix/>
          </a:blip>
          <a:srcRect/>
          <a:stretch/>
        </p:blipFill>
        <p:spPr>
          <a:xfrm>
            <a:off x="21067269" y="105994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73;p6"/>
          <p:cNvPicPr preferRelativeResize="0"/>
          <p:nvPr userDrawn="1"/>
        </p:nvPicPr>
        <p:blipFill rotWithShape="1">
          <a:blip r:embed="rId20">
            <a:alphaModFix/>
          </a:blip>
          <a:srcRect/>
          <a:stretch/>
        </p:blipFill>
        <p:spPr>
          <a:xfrm>
            <a:off x="-16989287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74;p6"/>
          <p:cNvPicPr preferRelativeResize="0"/>
          <p:nvPr userDrawn="1"/>
        </p:nvPicPr>
        <p:blipFill rotWithShape="1">
          <a:blip r:embed="rId21">
            <a:alphaModFix/>
          </a:blip>
          <a:srcRect/>
          <a:stretch/>
        </p:blipFill>
        <p:spPr>
          <a:xfrm>
            <a:off x="-13024739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75;p6"/>
          <p:cNvPicPr preferRelativeResize="0"/>
          <p:nvPr userDrawn="1"/>
        </p:nvPicPr>
        <p:blipFill rotWithShape="1">
          <a:blip r:embed="rId22">
            <a:alphaModFix/>
          </a:blip>
          <a:srcRect/>
          <a:stretch/>
        </p:blipFill>
        <p:spPr>
          <a:xfrm>
            <a:off x="-9060187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76;p6"/>
          <p:cNvPicPr preferRelativeResize="0"/>
          <p:nvPr userDrawn="1"/>
        </p:nvPicPr>
        <p:blipFill rotWithShape="1">
          <a:blip r:embed="rId23">
            <a:alphaModFix/>
          </a:blip>
          <a:srcRect/>
          <a:stretch/>
        </p:blipFill>
        <p:spPr>
          <a:xfrm>
            <a:off x="-5095638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77;p6"/>
          <p:cNvPicPr preferRelativeResize="0"/>
          <p:nvPr userDrawn="1"/>
        </p:nvPicPr>
        <p:blipFill rotWithShape="1">
          <a:blip r:embed="rId24">
            <a:alphaModFix/>
          </a:blip>
          <a:srcRect/>
          <a:stretch/>
        </p:blipFill>
        <p:spPr>
          <a:xfrm>
            <a:off x="-1131089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78;p6"/>
          <p:cNvPicPr preferRelativeResize="0"/>
          <p:nvPr userDrawn="1"/>
        </p:nvPicPr>
        <p:blipFill rotWithShape="1">
          <a:blip r:embed="rId25">
            <a:alphaModFix/>
          </a:blip>
          <a:srcRect/>
          <a:stretch/>
        </p:blipFill>
        <p:spPr>
          <a:xfrm>
            <a:off x="2833460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79;p6"/>
          <p:cNvPicPr preferRelativeResize="0"/>
          <p:nvPr userDrawn="1"/>
        </p:nvPicPr>
        <p:blipFill rotWithShape="1">
          <a:blip r:embed="rId26">
            <a:alphaModFix/>
          </a:blip>
          <a:srcRect/>
          <a:stretch/>
        </p:blipFill>
        <p:spPr>
          <a:xfrm>
            <a:off x="6765465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80;p6"/>
          <p:cNvPicPr preferRelativeResize="0"/>
          <p:nvPr userDrawn="1"/>
        </p:nvPicPr>
        <p:blipFill rotWithShape="1">
          <a:blip r:embed="rId27">
            <a:alphaModFix/>
          </a:blip>
          <a:srcRect/>
          <a:stretch/>
        </p:blipFill>
        <p:spPr>
          <a:xfrm>
            <a:off x="10697470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81;p6"/>
          <p:cNvPicPr preferRelativeResize="0"/>
          <p:nvPr userDrawn="1"/>
        </p:nvPicPr>
        <p:blipFill rotWithShape="1">
          <a:blip r:embed="rId28">
            <a:alphaModFix/>
          </a:blip>
          <a:srcRect/>
          <a:stretch/>
        </p:blipFill>
        <p:spPr>
          <a:xfrm>
            <a:off x="14662019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82;p6"/>
          <p:cNvPicPr preferRelativeResize="0"/>
          <p:nvPr userDrawn="1"/>
        </p:nvPicPr>
        <p:blipFill rotWithShape="1">
          <a:blip r:embed="rId29">
            <a:alphaModFix/>
          </a:blip>
          <a:srcRect/>
          <a:stretch/>
        </p:blipFill>
        <p:spPr>
          <a:xfrm>
            <a:off x="18594023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83;p6"/>
          <p:cNvPicPr preferRelativeResize="0"/>
          <p:nvPr userDrawn="1"/>
        </p:nvPicPr>
        <p:blipFill rotWithShape="1">
          <a:blip r:embed="rId30">
            <a:alphaModFix/>
          </a:blip>
          <a:srcRect/>
          <a:stretch/>
        </p:blipFill>
        <p:spPr>
          <a:xfrm>
            <a:off x="22526030" y="746156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84;p6"/>
          <p:cNvPicPr preferRelativeResize="0"/>
          <p:nvPr userDrawn="1"/>
        </p:nvPicPr>
        <p:blipFill rotWithShape="1">
          <a:blip r:embed="rId31">
            <a:alphaModFix/>
          </a:blip>
          <a:srcRect/>
          <a:stretch/>
        </p:blipFill>
        <p:spPr>
          <a:xfrm>
            <a:off x="26458034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85;p6"/>
          <p:cNvPicPr preferRelativeResize="0"/>
          <p:nvPr userDrawn="1"/>
        </p:nvPicPr>
        <p:blipFill rotWithShape="1">
          <a:blip r:embed="rId32">
            <a:alphaModFix/>
          </a:blip>
          <a:srcRect/>
          <a:stretch/>
        </p:blipFill>
        <p:spPr>
          <a:xfrm>
            <a:off x="13146286" y="1059942"/>
            <a:ext cx="3692079" cy="5221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55;p6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-16913087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56;p6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12948538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57;p6"/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-8983989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58;p6"/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-5019440" y="-5844414"/>
            <a:ext cx="3685844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67;p6"/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-1238467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69;p6"/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-8420128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70;p6"/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-448805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73;p6"/>
          <p:cNvPicPr preferRelativeResize="0"/>
          <p:nvPr userDrawn="1"/>
        </p:nvPicPr>
        <p:blipFill rotWithShape="1">
          <a:blip r:embed="rId20">
            <a:alphaModFix/>
          </a:blip>
          <a:srcRect/>
          <a:stretch/>
        </p:blipFill>
        <p:spPr>
          <a:xfrm>
            <a:off x="-16913087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74;p6"/>
          <p:cNvPicPr preferRelativeResize="0"/>
          <p:nvPr userDrawn="1"/>
        </p:nvPicPr>
        <p:blipFill rotWithShape="1">
          <a:blip r:embed="rId21">
            <a:alphaModFix/>
          </a:blip>
          <a:srcRect/>
          <a:stretch/>
        </p:blipFill>
        <p:spPr>
          <a:xfrm>
            <a:off x="-12948539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Picture 50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25035001" y="1086587"/>
            <a:ext cx="3545315" cy="523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8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esson Activit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6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203200" y="816433"/>
            <a:ext cx="710237" cy="66325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 txBox="1">
            <a:spLocks noGrp="1"/>
          </p:cNvSpPr>
          <p:nvPr>
            <p:ph type="body" idx="2"/>
          </p:nvPr>
        </p:nvSpPr>
        <p:spPr>
          <a:xfrm>
            <a:off x="913437" y="789510"/>
            <a:ext cx="83787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None/>
              <a:defRPr sz="3200" b="1" i="0" u="none" strike="noStrike" cap="none">
                <a:solidFill>
                  <a:srgbClr val="7F7F7F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656"/>
              <a:buFont typeface="Noto Sans Symbols"/>
              <a:buNone/>
              <a:defRPr sz="18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2072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0388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Font typeface="Noto Sans Symbols"/>
              <a:buNone/>
              <a:defRPr sz="14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rgbClr val="531D60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90" name="Google Shape;90;p6"/>
          <p:cNvSpPr txBox="1">
            <a:spLocks noGrp="1"/>
          </p:cNvSpPr>
          <p:nvPr>
            <p:ph type="body" idx="3"/>
          </p:nvPr>
        </p:nvSpPr>
        <p:spPr>
          <a:xfrm>
            <a:off x="203200" y="1449525"/>
            <a:ext cx="11833800" cy="53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531D60"/>
              </a:buClr>
              <a:buSzPts val="1840"/>
              <a:buFont typeface="Noto Sans Symbols"/>
              <a:buNone/>
              <a:defRPr sz="20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3756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2072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0388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0388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rgbClr val="531D60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rgbClr val="531D6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17755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/>
          <p:nvPr/>
        </p:nvSpPr>
        <p:spPr>
          <a:xfrm>
            <a:off x="311150" y="2062025"/>
            <a:ext cx="11560500" cy="4605300"/>
          </a:xfrm>
          <a:prstGeom prst="rect">
            <a:avLst/>
          </a:prstGeom>
          <a:noFill/>
          <a:ln w="57150" cap="flat" cmpd="sng">
            <a:solidFill>
              <a:srgbClr val="462B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9"/>
          <p:cNvSpPr txBox="1">
            <a:spLocks noGrp="1"/>
          </p:cNvSpPr>
          <p:nvPr>
            <p:ph type="subTitle" idx="1"/>
          </p:nvPr>
        </p:nvSpPr>
        <p:spPr>
          <a:xfrm>
            <a:off x="311450" y="1519846"/>
            <a:ext cx="971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Arial"/>
              <a:buNone/>
              <a:defRPr sz="2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9"/>
          <p:cNvSpPr txBox="1"/>
          <p:nvPr/>
        </p:nvSpPr>
        <p:spPr>
          <a:xfrm>
            <a:off x="914301" y="2066475"/>
            <a:ext cx="1734600" cy="58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rgbClr val="462B72"/>
                </a:solidFill>
                <a:latin typeface="Calibri"/>
                <a:ea typeface="Calibri"/>
                <a:cs typeface="Calibri"/>
                <a:sym typeface="Calibri"/>
              </a:rPr>
              <a:t>Bell Task : </a:t>
            </a:r>
            <a:endParaRPr sz="1400" b="0" i="0" u="none" strike="noStrike" cap="none">
              <a:solidFill>
                <a:srgbClr val="462B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6450" y="1327825"/>
            <a:ext cx="625000" cy="6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683" y="2110033"/>
            <a:ext cx="621050" cy="62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9"/>
          <p:cNvSpPr txBox="1">
            <a:spLocks noGrp="1"/>
          </p:cNvSpPr>
          <p:nvPr>
            <p:ph type="body" idx="2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Font typeface="Arial"/>
              <a:buNone/>
              <a:defRPr sz="1800" b="1" i="0" u="none" strike="noStrike" cap="non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Font typeface="Arial"/>
              <a:buNone/>
              <a:defRPr sz="1800" b="0" i="0" u="none" strike="noStrike" cap="none">
                <a:solidFill>
                  <a:srgbClr val="462B7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Font typeface="Arial"/>
              <a:buNone/>
              <a:defRPr sz="1600" b="0" i="0" u="none" strike="noStrike" cap="none">
                <a:solidFill>
                  <a:srgbClr val="462B7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0388" algn="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Font typeface="Arial"/>
              <a:buChar char="◼"/>
              <a:defRPr sz="1400" b="0" i="0" u="none" strike="noStrike" cap="none">
                <a:solidFill>
                  <a:srgbClr val="462B7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0388" algn="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Font typeface="Arial"/>
              <a:buChar char="◼"/>
              <a:defRPr sz="1400" b="0" i="0" u="none" strike="noStrike" cap="none">
                <a:solidFill>
                  <a:srgbClr val="462B7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8704" algn="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Font typeface="Arial"/>
              <a:buChar char="◼"/>
              <a:defRPr sz="1200" b="0" i="0" u="none" strike="noStrike" cap="none">
                <a:solidFill>
                  <a:srgbClr val="462B7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8704" algn="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Font typeface="Arial"/>
              <a:buChar char="◼"/>
              <a:defRPr sz="1200" b="0" i="0" u="none" strike="noStrike" cap="none">
                <a:solidFill>
                  <a:srgbClr val="462B7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8703" algn="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Font typeface="Arial"/>
              <a:buChar char="◼"/>
              <a:defRPr sz="1200" b="0" i="0" u="none" strike="noStrike" cap="none">
                <a:solidFill>
                  <a:srgbClr val="462B7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8703" algn="r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Font typeface="Arial"/>
              <a:buChar char="◼"/>
              <a:defRPr sz="1200" b="0" i="0" u="none" strike="noStrike" cap="none">
                <a:solidFill>
                  <a:srgbClr val="462B7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ctrTitle"/>
          </p:nvPr>
        </p:nvSpPr>
        <p:spPr>
          <a:xfrm>
            <a:off x="311500" y="814265"/>
            <a:ext cx="97192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1D60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531D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9"/>
          <p:cNvSpPr txBox="1">
            <a:spLocks noGrp="1"/>
          </p:cNvSpPr>
          <p:nvPr>
            <p:ph type="body" idx="3"/>
          </p:nvPr>
        </p:nvSpPr>
        <p:spPr>
          <a:xfrm>
            <a:off x="354682" y="2731083"/>
            <a:ext cx="11516967" cy="3936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1D6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31D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1D6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31D6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1D6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31D6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1D6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31D6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1D6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31D6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852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0;p2"/>
          <p:cNvSpPr/>
          <p:nvPr userDrawn="1"/>
        </p:nvSpPr>
        <p:spPr>
          <a:xfrm>
            <a:off x="311150" y="2062025"/>
            <a:ext cx="11560500" cy="4605300"/>
          </a:xfrm>
          <a:prstGeom prst="rect">
            <a:avLst/>
          </a:prstGeom>
          <a:noFill/>
          <a:ln w="57150" cap="flat" cmpd="sng">
            <a:solidFill>
              <a:srgbClr val="462B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311450" y="1519846"/>
            <a:ext cx="971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None/>
              <a:defRPr sz="2000" i="0" u="none" strike="noStrike" cap="none">
                <a:solidFill>
                  <a:srgbClr val="7F7F7F"/>
                </a:solidFill>
                <a:latin typeface="+mn-lt"/>
                <a:cs typeface="Arial" panose="020B0604020202020204" pitchFamily="34" charset="0"/>
              </a:defRPr>
            </a:lvl1pPr>
            <a:lvl2pPr marR="0" lvl="1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None/>
              <a:defRPr sz="1800" i="0" u="none" strike="noStrike" cap="none">
                <a:solidFill>
                  <a:srgbClr val="888888"/>
                </a:solidFill>
              </a:defRPr>
            </a:lvl2pPr>
            <a:lvl3pPr marR="0" lvl="2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None/>
              <a:defRPr sz="1600" i="0" u="none" strike="noStrike" cap="none">
                <a:solidFill>
                  <a:srgbClr val="888888"/>
                </a:solidFill>
              </a:defRPr>
            </a:lvl3pPr>
            <a:lvl4pPr marR="0" lvl="3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None/>
              <a:defRPr sz="1400" i="0" u="none" strike="noStrike" cap="none">
                <a:solidFill>
                  <a:srgbClr val="888888"/>
                </a:solidFill>
              </a:defRPr>
            </a:lvl4pPr>
            <a:lvl5pPr marR="0" lvl="4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None/>
              <a:defRPr sz="1400" i="0" u="none" strike="noStrike" cap="none">
                <a:solidFill>
                  <a:srgbClr val="888888"/>
                </a:solidFill>
              </a:defRPr>
            </a:lvl5pPr>
            <a:lvl6pPr marR="0" lvl="5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6pPr>
            <a:lvl7pPr marR="0" lvl="6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7pPr>
            <a:lvl8pPr marR="0" lvl="7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8pPr>
            <a:lvl9pPr marR="0" lvl="8" algn="ctr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23;p2"/>
          <p:cNvSpPr txBox="1"/>
          <p:nvPr userDrawn="1"/>
        </p:nvSpPr>
        <p:spPr>
          <a:xfrm>
            <a:off x="914301" y="2066475"/>
            <a:ext cx="1734600" cy="58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462B72"/>
                </a:solidFill>
                <a:latin typeface="+mn-lt"/>
              </a:rPr>
              <a:t>Bell Task : </a:t>
            </a:r>
            <a:endParaRPr dirty="0">
              <a:solidFill>
                <a:srgbClr val="462B72"/>
              </a:solidFill>
              <a:latin typeface="+mn-lt"/>
            </a:endParaRPr>
          </a:p>
        </p:txBody>
      </p:sp>
      <p:pic>
        <p:nvPicPr>
          <p:cNvPr id="15" name="Google Shape;25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06450" y="1327825"/>
            <a:ext cx="625000" cy="6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;p2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83" y="2110033"/>
            <a:ext cx="621050" cy="62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7;p2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 dirty="0"/>
          </a:p>
        </p:txBody>
      </p:sp>
      <p:sp>
        <p:nvSpPr>
          <p:cNvPr id="18" name="Google Shape;21;p2"/>
          <p:cNvSpPr txBox="1">
            <a:spLocks noGrp="1"/>
          </p:cNvSpPr>
          <p:nvPr>
            <p:ph type="ctrTitle"/>
          </p:nvPr>
        </p:nvSpPr>
        <p:spPr>
          <a:xfrm>
            <a:off x="311500" y="814265"/>
            <a:ext cx="97192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531D60"/>
              </a:buClr>
              <a:buSzPts val="4000"/>
              <a:buNone/>
              <a:defRPr sz="4000" i="0" u="none" strike="noStrike" cap="none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19" name="Text Placeholder 20"/>
          <p:cNvSpPr>
            <a:spLocks noGrp="1"/>
          </p:cNvSpPr>
          <p:nvPr>
            <p:ph type="body" sz="quarter" idx="11"/>
          </p:nvPr>
        </p:nvSpPr>
        <p:spPr>
          <a:xfrm>
            <a:off x="354682" y="2731083"/>
            <a:ext cx="11516967" cy="393624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0593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llenge &amp; Asp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;p3"/>
          <p:cNvSpPr/>
          <p:nvPr userDrawn="1"/>
        </p:nvSpPr>
        <p:spPr>
          <a:xfrm>
            <a:off x="11645900" y="793324"/>
            <a:ext cx="520800" cy="946500"/>
          </a:xfrm>
          <a:prstGeom prst="rect">
            <a:avLst/>
          </a:prstGeom>
          <a:solidFill>
            <a:schemeClr val="lt1"/>
          </a:solidFill>
          <a:ln w="400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;p3"/>
          <p:cNvSpPr txBox="1"/>
          <p:nvPr userDrawn="1"/>
        </p:nvSpPr>
        <p:spPr>
          <a:xfrm>
            <a:off x="1381600" y="872875"/>
            <a:ext cx="10656300" cy="14196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>
                <a:solidFill>
                  <a:schemeClr val="dk1"/>
                </a:solidFill>
                <a:latin typeface="+mn-lt"/>
              </a:rPr>
              <a:t>Curriculum :</a:t>
            </a:r>
            <a:endParaRPr sz="2100">
              <a:solidFill>
                <a:schemeClr val="dk1"/>
              </a:solidFill>
              <a:latin typeface="+mn-lt"/>
            </a:endParaRPr>
          </a:p>
        </p:txBody>
      </p:sp>
      <p:pic>
        <p:nvPicPr>
          <p:cNvPr id="10" name="Google Shape;32;p3"/>
          <p:cNvPicPr preferRelativeResize="0"/>
          <p:nvPr userDrawn="1"/>
        </p:nvPicPr>
        <p:blipFill rotWithShape="1">
          <a:blip r:embed="rId2">
            <a:alphaModFix/>
          </a:blip>
          <a:srcRect l="19695" r="17478" b="11832"/>
          <a:stretch/>
        </p:blipFill>
        <p:spPr>
          <a:xfrm>
            <a:off x="273051" y="3791266"/>
            <a:ext cx="802244" cy="11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3;p3"/>
          <p:cNvPicPr preferRelativeResize="0"/>
          <p:nvPr userDrawn="1"/>
        </p:nvPicPr>
        <p:blipFill rotWithShape="1">
          <a:blip r:embed="rId3">
            <a:alphaModFix/>
          </a:blip>
          <a:srcRect b="11832"/>
          <a:stretch/>
        </p:blipFill>
        <p:spPr>
          <a:xfrm>
            <a:off x="109849" y="5526407"/>
            <a:ext cx="1125926" cy="9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4;p3"/>
          <p:cNvSpPr txBox="1"/>
          <p:nvPr userDrawn="1"/>
        </p:nvSpPr>
        <p:spPr>
          <a:xfrm>
            <a:off x="1385375" y="3544282"/>
            <a:ext cx="10656300" cy="16269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9F296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>
                <a:solidFill>
                  <a:srgbClr val="9F296B"/>
                </a:solidFill>
                <a:latin typeface="+mn-lt"/>
              </a:rPr>
              <a:t>SOAP : </a:t>
            </a:r>
            <a:endParaRPr sz="2100" b="1">
              <a:solidFill>
                <a:srgbClr val="9F296B"/>
              </a:solidFill>
              <a:latin typeface="+mn-l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None/>
            </a:pPr>
            <a:r>
              <a:rPr lang="en-GB" sz="2400">
                <a:solidFill>
                  <a:srgbClr val="7030A0"/>
                </a:solidFill>
                <a:latin typeface="+mn-lt"/>
                <a:ea typeface="Ubuntu"/>
                <a:cs typeface="Ubuntu"/>
                <a:sym typeface="Ubuntu"/>
              </a:rPr>
              <a:t> </a:t>
            </a:r>
            <a:endParaRPr>
              <a:latin typeface="+mn-lt"/>
              <a:ea typeface="Ubuntu"/>
              <a:cs typeface="Ubuntu"/>
              <a:sym typeface="Ubuntu"/>
            </a:endParaRPr>
          </a:p>
        </p:txBody>
      </p:sp>
      <p:sp>
        <p:nvSpPr>
          <p:cNvPr id="13" name="Google Shape;35;p3"/>
          <p:cNvSpPr txBox="1"/>
          <p:nvPr userDrawn="1"/>
        </p:nvSpPr>
        <p:spPr>
          <a:xfrm>
            <a:off x="1370525" y="5351316"/>
            <a:ext cx="10686000" cy="13755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en-GB" sz="2100" b="1">
                <a:solidFill>
                  <a:srgbClr val="7F7F7F"/>
                </a:solidFill>
                <a:latin typeface="+mn-lt"/>
              </a:rPr>
              <a:t>Key Vocabulary :</a:t>
            </a:r>
            <a:endParaRPr sz="2100" b="1">
              <a:solidFill>
                <a:srgbClr val="7F7F7F"/>
              </a:solidFill>
              <a:latin typeface="+mn-lt"/>
            </a:endParaRPr>
          </a:p>
        </p:txBody>
      </p:sp>
      <p:sp>
        <p:nvSpPr>
          <p:cNvPr id="14" name="Google Shape;36;p3"/>
          <p:cNvSpPr txBox="1"/>
          <p:nvPr userDrawn="1"/>
        </p:nvSpPr>
        <p:spPr>
          <a:xfrm>
            <a:off x="1381609" y="2499871"/>
            <a:ext cx="10656300" cy="8370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2F24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>
                <a:solidFill>
                  <a:srgbClr val="2F2466"/>
                </a:solidFill>
                <a:latin typeface="+mn-lt"/>
              </a:rPr>
              <a:t>Lesson Title :</a:t>
            </a:r>
            <a:endParaRPr sz="2100">
              <a:solidFill>
                <a:srgbClr val="2F2466"/>
              </a:solidFill>
              <a:latin typeface="+mn-lt"/>
            </a:endParaRPr>
          </a:p>
        </p:txBody>
      </p:sp>
      <p:pic>
        <p:nvPicPr>
          <p:cNvPr id="18" name="Google Shape;40;p3"/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563" y="1032500"/>
            <a:ext cx="1054500" cy="10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41;p3"/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555" y="2447870"/>
            <a:ext cx="946500" cy="9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1381125" y="1222375"/>
            <a:ext cx="10656888" cy="1069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1"/>
          </p:nvPr>
        </p:nvSpPr>
        <p:spPr>
          <a:xfrm>
            <a:off x="1396429" y="3954345"/>
            <a:ext cx="10656888" cy="118698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2"/>
          </p:nvPr>
        </p:nvSpPr>
        <p:spPr>
          <a:xfrm>
            <a:off x="1396429" y="2820202"/>
            <a:ext cx="10656888" cy="4941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381492" y="5758802"/>
            <a:ext cx="10656888" cy="9403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5236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Google Shape;23;p2"/>
          <p:cNvSpPr txBox="1"/>
          <p:nvPr userDrawn="1"/>
        </p:nvSpPr>
        <p:spPr>
          <a:xfrm>
            <a:off x="134937" y="816950"/>
            <a:ext cx="5075237" cy="58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 err="1">
                <a:solidFill>
                  <a:srgbClr val="462B72"/>
                </a:solidFill>
                <a:latin typeface="+mn-lt"/>
              </a:rPr>
              <a:t>Sparx</a:t>
            </a:r>
            <a:r>
              <a:rPr lang="en-GB" sz="2400" b="1" baseline="0" dirty="0">
                <a:solidFill>
                  <a:srgbClr val="462B72"/>
                </a:solidFill>
                <a:latin typeface="+mn-lt"/>
              </a:rPr>
              <a:t> Maths % Completed</a:t>
            </a:r>
            <a:r>
              <a:rPr lang="en-GB" sz="2400" b="1" dirty="0">
                <a:solidFill>
                  <a:srgbClr val="462B72"/>
                </a:solidFill>
                <a:latin typeface="+mn-lt"/>
              </a:rPr>
              <a:t> Task : </a:t>
            </a:r>
            <a:endParaRPr dirty="0">
              <a:solidFill>
                <a:srgbClr val="462B7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762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Knowled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Google Shape;49;p5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200" y="816951"/>
            <a:ext cx="632575" cy="588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6282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essons Activi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Google Shape;92;p7"/>
          <p:cNvPicPr preferRelativeResize="0"/>
          <p:nvPr userDrawn="1"/>
        </p:nvPicPr>
        <p:blipFill rotWithShape="1">
          <a:blip r:embed="rId2">
            <a:alphaModFix/>
          </a:blip>
          <a:srcRect b="18652"/>
          <a:stretch/>
        </p:blipFill>
        <p:spPr>
          <a:xfrm>
            <a:off x="66500" y="802553"/>
            <a:ext cx="753701" cy="613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2157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en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Google Shape;97;p8"/>
          <p:cNvPicPr preferRelativeResize="0"/>
          <p:nvPr userDrawn="1"/>
        </p:nvPicPr>
        <p:blipFill rotWithShape="1">
          <a:blip r:embed="rId2">
            <a:alphaModFix/>
          </a:blip>
          <a:srcRect l="9936" t="9849" r="9606" b="23461"/>
          <a:stretch/>
        </p:blipFill>
        <p:spPr>
          <a:xfrm>
            <a:off x="34357" y="816950"/>
            <a:ext cx="763184" cy="63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9999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d Exam 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Google Shape;106;p10"/>
          <p:cNvPicPr preferRelativeResize="0"/>
          <p:nvPr userDrawn="1"/>
        </p:nvPicPr>
        <p:blipFill rotWithShape="1">
          <a:blip r:embed="rId2">
            <a:alphaModFix/>
          </a:blip>
          <a:srcRect b="12990"/>
          <a:stretch/>
        </p:blipFill>
        <p:spPr>
          <a:xfrm>
            <a:off x="65575" y="816950"/>
            <a:ext cx="754616" cy="656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8561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borativ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8316043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Google Shape;86;p6"/>
          <p:cNvPicPr preferRelativeResize="0"/>
          <p:nvPr userDrawn="1"/>
        </p:nvPicPr>
        <p:blipFill rotWithShape="1">
          <a:blip r:embed="rId2">
            <a:alphaModFix/>
          </a:blip>
          <a:srcRect l="5937" r="5441" b="13547"/>
          <a:stretch/>
        </p:blipFill>
        <p:spPr>
          <a:xfrm>
            <a:off x="58452" y="785078"/>
            <a:ext cx="660851" cy="591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3;p6"/>
          <p:cNvSpPr/>
          <p:nvPr userDrawn="1"/>
        </p:nvSpPr>
        <p:spPr>
          <a:xfrm>
            <a:off x="8609021" y="1729915"/>
            <a:ext cx="3405600" cy="4944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+mn-lt"/>
              <a:ea typeface="Ubuntu"/>
              <a:cs typeface="Ubuntu"/>
              <a:sym typeface="Ubuntu"/>
            </a:endParaRPr>
          </a:p>
        </p:txBody>
      </p:sp>
      <p:sp>
        <p:nvSpPr>
          <p:cNvPr id="11" name="Google Shape;54;p6"/>
          <p:cNvSpPr txBox="1"/>
          <p:nvPr userDrawn="1"/>
        </p:nvSpPr>
        <p:spPr>
          <a:xfrm>
            <a:off x="9741992" y="3786877"/>
            <a:ext cx="1117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</a:rPr>
              <a:t>Insert selected </a:t>
            </a:r>
            <a:endParaRPr dirty="0">
              <a:latin typeface="+mn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</a:rPr>
              <a:t>Collaborative</a:t>
            </a:r>
            <a:endParaRPr dirty="0">
              <a:latin typeface="+mn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</a:rPr>
              <a:t>Structure </a:t>
            </a:r>
            <a:endParaRPr dirty="0">
              <a:latin typeface="+mn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</a:rPr>
              <a:t>here</a:t>
            </a:r>
            <a:endParaRPr dirty="0">
              <a:latin typeface="+mn-lt"/>
            </a:endParaRPr>
          </a:p>
        </p:txBody>
      </p:sp>
      <p:pic>
        <p:nvPicPr>
          <p:cNvPr id="12" name="Google Shape;55;p6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-16989287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56;p6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13024738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57;p6"/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-9060189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58;p6"/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-5095640" y="-5844414"/>
            <a:ext cx="3685844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9;p6"/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-1131091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60;p6"/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2833458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61;p6"/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6798007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62;p6"/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10762556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63;p6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14727105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64;p6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18691655" y="-5823651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65;p6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22656203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66;p6"/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26620753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67;p6"/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-1246087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69;p6"/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-8496328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70;p6"/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-456425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71;p6"/>
          <p:cNvPicPr preferRelativeResize="0"/>
          <p:nvPr userDrawn="1"/>
        </p:nvPicPr>
        <p:blipFill rotWithShape="1">
          <a:blip r:embed="rId18">
            <a:alphaModFix/>
          </a:blip>
          <a:srcRect/>
          <a:stretch/>
        </p:blipFill>
        <p:spPr>
          <a:xfrm>
            <a:off x="17107497" y="1068760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72;p6"/>
          <p:cNvPicPr preferRelativeResize="0"/>
          <p:nvPr userDrawn="1"/>
        </p:nvPicPr>
        <p:blipFill rotWithShape="1">
          <a:blip r:embed="rId19">
            <a:alphaModFix/>
          </a:blip>
          <a:srcRect/>
          <a:stretch/>
        </p:blipFill>
        <p:spPr>
          <a:xfrm>
            <a:off x="21067269" y="105994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73;p6"/>
          <p:cNvPicPr preferRelativeResize="0"/>
          <p:nvPr userDrawn="1"/>
        </p:nvPicPr>
        <p:blipFill rotWithShape="1">
          <a:blip r:embed="rId20">
            <a:alphaModFix/>
          </a:blip>
          <a:srcRect/>
          <a:stretch/>
        </p:blipFill>
        <p:spPr>
          <a:xfrm>
            <a:off x="-16989287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74;p6"/>
          <p:cNvPicPr preferRelativeResize="0"/>
          <p:nvPr userDrawn="1"/>
        </p:nvPicPr>
        <p:blipFill rotWithShape="1">
          <a:blip r:embed="rId21">
            <a:alphaModFix/>
          </a:blip>
          <a:srcRect/>
          <a:stretch/>
        </p:blipFill>
        <p:spPr>
          <a:xfrm>
            <a:off x="-13024739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75;p6"/>
          <p:cNvPicPr preferRelativeResize="0"/>
          <p:nvPr userDrawn="1"/>
        </p:nvPicPr>
        <p:blipFill rotWithShape="1">
          <a:blip r:embed="rId22">
            <a:alphaModFix/>
          </a:blip>
          <a:srcRect/>
          <a:stretch/>
        </p:blipFill>
        <p:spPr>
          <a:xfrm>
            <a:off x="-9060187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76;p6"/>
          <p:cNvPicPr preferRelativeResize="0"/>
          <p:nvPr userDrawn="1"/>
        </p:nvPicPr>
        <p:blipFill rotWithShape="1">
          <a:blip r:embed="rId23">
            <a:alphaModFix/>
          </a:blip>
          <a:srcRect/>
          <a:stretch/>
        </p:blipFill>
        <p:spPr>
          <a:xfrm>
            <a:off x="-5095638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77;p6"/>
          <p:cNvPicPr preferRelativeResize="0"/>
          <p:nvPr userDrawn="1"/>
        </p:nvPicPr>
        <p:blipFill rotWithShape="1">
          <a:blip r:embed="rId24">
            <a:alphaModFix/>
          </a:blip>
          <a:srcRect/>
          <a:stretch/>
        </p:blipFill>
        <p:spPr>
          <a:xfrm>
            <a:off x="-1131089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78;p6"/>
          <p:cNvPicPr preferRelativeResize="0"/>
          <p:nvPr userDrawn="1"/>
        </p:nvPicPr>
        <p:blipFill rotWithShape="1">
          <a:blip r:embed="rId25">
            <a:alphaModFix/>
          </a:blip>
          <a:srcRect/>
          <a:stretch/>
        </p:blipFill>
        <p:spPr>
          <a:xfrm>
            <a:off x="2833460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79;p6"/>
          <p:cNvPicPr preferRelativeResize="0"/>
          <p:nvPr userDrawn="1"/>
        </p:nvPicPr>
        <p:blipFill rotWithShape="1">
          <a:blip r:embed="rId26">
            <a:alphaModFix/>
          </a:blip>
          <a:srcRect/>
          <a:stretch/>
        </p:blipFill>
        <p:spPr>
          <a:xfrm>
            <a:off x="6765465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80;p6"/>
          <p:cNvPicPr preferRelativeResize="0"/>
          <p:nvPr userDrawn="1"/>
        </p:nvPicPr>
        <p:blipFill rotWithShape="1">
          <a:blip r:embed="rId27">
            <a:alphaModFix/>
          </a:blip>
          <a:srcRect/>
          <a:stretch/>
        </p:blipFill>
        <p:spPr>
          <a:xfrm>
            <a:off x="10697470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81;p6"/>
          <p:cNvPicPr preferRelativeResize="0"/>
          <p:nvPr userDrawn="1"/>
        </p:nvPicPr>
        <p:blipFill rotWithShape="1">
          <a:blip r:embed="rId28">
            <a:alphaModFix/>
          </a:blip>
          <a:srcRect/>
          <a:stretch/>
        </p:blipFill>
        <p:spPr>
          <a:xfrm>
            <a:off x="14662019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82;p6"/>
          <p:cNvPicPr preferRelativeResize="0"/>
          <p:nvPr userDrawn="1"/>
        </p:nvPicPr>
        <p:blipFill rotWithShape="1">
          <a:blip r:embed="rId29">
            <a:alphaModFix/>
          </a:blip>
          <a:srcRect/>
          <a:stretch/>
        </p:blipFill>
        <p:spPr>
          <a:xfrm>
            <a:off x="18594023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83;p6"/>
          <p:cNvPicPr preferRelativeResize="0"/>
          <p:nvPr userDrawn="1"/>
        </p:nvPicPr>
        <p:blipFill rotWithShape="1">
          <a:blip r:embed="rId30">
            <a:alphaModFix/>
          </a:blip>
          <a:srcRect/>
          <a:stretch/>
        </p:blipFill>
        <p:spPr>
          <a:xfrm>
            <a:off x="22526030" y="746156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84;p6"/>
          <p:cNvPicPr preferRelativeResize="0"/>
          <p:nvPr userDrawn="1"/>
        </p:nvPicPr>
        <p:blipFill rotWithShape="1">
          <a:blip r:embed="rId31">
            <a:alphaModFix/>
          </a:blip>
          <a:srcRect/>
          <a:stretch/>
        </p:blipFill>
        <p:spPr>
          <a:xfrm>
            <a:off x="26458034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85;p6"/>
          <p:cNvPicPr preferRelativeResize="0"/>
          <p:nvPr userDrawn="1"/>
        </p:nvPicPr>
        <p:blipFill rotWithShape="1">
          <a:blip r:embed="rId32">
            <a:alphaModFix/>
          </a:blip>
          <a:srcRect/>
          <a:stretch/>
        </p:blipFill>
        <p:spPr>
          <a:xfrm>
            <a:off x="13146286" y="1059942"/>
            <a:ext cx="3692079" cy="5221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55;p6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-16913087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56;p6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12948538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57;p6"/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-8983989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58;p6"/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-5019440" y="-5844414"/>
            <a:ext cx="3685844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67;p6"/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-1238467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69;p6"/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-8420128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70;p6"/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-448805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73;p6"/>
          <p:cNvPicPr preferRelativeResize="0"/>
          <p:nvPr userDrawn="1"/>
        </p:nvPicPr>
        <p:blipFill rotWithShape="1">
          <a:blip r:embed="rId20">
            <a:alphaModFix/>
          </a:blip>
          <a:srcRect/>
          <a:stretch/>
        </p:blipFill>
        <p:spPr>
          <a:xfrm>
            <a:off x="-16913087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74;p6"/>
          <p:cNvPicPr preferRelativeResize="0"/>
          <p:nvPr userDrawn="1"/>
        </p:nvPicPr>
        <p:blipFill rotWithShape="1">
          <a:blip r:embed="rId21">
            <a:alphaModFix/>
          </a:blip>
          <a:srcRect/>
          <a:stretch/>
        </p:blipFill>
        <p:spPr>
          <a:xfrm>
            <a:off x="-12948539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Picture 50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25035001" y="1086587"/>
            <a:ext cx="3545315" cy="523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646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0;p2"/>
          <p:cNvSpPr/>
          <p:nvPr userDrawn="1"/>
        </p:nvSpPr>
        <p:spPr>
          <a:xfrm>
            <a:off x="311150" y="2062025"/>
            <a:ext cx="11560500" cy="4605300"/>
          </a:xfrm>
          <a:prstGeom prst="rect">
            <a:avLst/>
          </a:prstGeom>
          <a:noFill/>
          <a:ln w="57150" cap="flat" cmpd="sng">
            <a:solidFill>
              <a:srgbClr val="462B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311450" y="1519846"/>
            <a:ext cx="971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None/>
              <a:defRPr sz="2000" i="0" u="none" strike="noStrike" cap="none">
                <a:solidFill>
                  <a:srgbClr val="7F7F7F"/>
                </a:solidFill>
                <a:latin typeface="+mn-lt"/>
                <a:cs typeface="Calibri" panose="020F0502020204030204" pitchFamily="34" charset="0"/>
              </a:defRPr>
            </a:lvl1pPr>
            <a:lvl2pPr marR="0" lvl="1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None/>
              <a:defRPr sz="1800" i="0" u="none" strike="noStrike" cap="none">
                <a:solidFill>
                  <a:srgbClr val="888888"/>
                </a:solidFill>
              </a:defRPr>
            </a:lvl2pPr>
            <a:lvl3pPr marR="0" lvl="2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None/>
              <a:defRPr sz="1600" i="0" u="none" strike="noStrike" cap="none">
                <a:solidFill>
                  <a:srgbClr val="888888"/>
                </a:solidFill>
              </a:defRPr>
            </a:lvl3pPr>
            <a:lvl4pPr marR="0" lvl="3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None/>
              <a:defRPr sz="1400" i="0" u="none" strike="noStrike" cap="none">
                <a:solidFill>
                  <a:srgbClr val="888888"/>
                </a:solidFill>
              </a:defRPr>
            </a:lvl4pPr>
            <a:lvl5pPr marR="0" lvl="4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None/>
              <a:defRPr sz="1400" i="0" u="none" strike="noStrike" cap="none">
                <a:solidFill>
                  <a:srgbClr val="888888"/>
                </a:solidFill>
              </a:defRPr>
            </a:lvl5pPr>
            <a:lvl6pPr marR="0" lvl="5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6pPr>
            <a:lvl7pPr marR="0" lvl="6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7pPr>
            <a:lvl8pPr marR="0" lvl="7" algn="ctr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8pPr>
            <a:lvl9pPr marR="0" lvl="8" algn="ctr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None/>
              <a:defRPr sz="1200" i="0" u="none" strike="noStrike" cap="none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23;p2"/>
          <p:cNvSpPr txBox="1"/>
          <p:nvPr userDrawn="1"/>
        </p:nvSpPr>
        <p:spPr>
          <a:xfrm>
            <a:off x="914301" y="2066475"/>
            <a:ext cx="1734600" cy="58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462B72"/>
                </a:solidFill>
                <a:latin typeface="+mn-lt"/>
                <a:cs typeface="Calibri" panose="020F0502020204030204" pitchFamily="34" charset="0"/>
              </a:rPr>
              <a:t>Bell Task : </a:t>
            </a:r>
            <a:endParaRPr dirty="0">
              <a:solidFill>
                <a:srgbClr val="462B72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5" name="Google Shape;25;p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06450" y="1327825"/>
            <a:ext cx="625000" cy="6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;p2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83" y="2110033"/>
            <a:ext cx="621050" cy="62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7;p2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 dirty="0"/>
          </a:p>
        </p:txBody>
      </p:sp>
      <p:sp>
        <p:nvSpPr>
          <p:cNvPr id="18" name="Google Shape;21;p2"/>
          <p:cNvSpPr txBox="1">
            <a:spLocks noGrp="1"/>
          </p:cNvSpPr>
          <p:nvPr>
            <p:ph type="ctrTitle"/>
          </p:nvPr>
        </p:nvSpPr>
        <p:spPr>
          <a:xfrm>
            <a:off x="311500" y="814265"/>
            <a:ext cx="97192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531D60"/>
              </a:buClr>
              <a:buSzPts val="4000"/>
              <a:buNone/>
              <a:defRPr sz="4000" i="0" u="none" strike="noStrike" cap="none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19" name="Text Placeholder 20"/>
          <p:cNvSpPr>
            <a:spLocks noGrp="1"/>
          </p:cNvSpPr>
          <p:nvPr>
            <p:ph type="body" sz="quarter" idx="11"/>
          </p:nvPr>
        </p:nvSpPr>
        <p:spPr>
          <a:xfrm>
            <a:off x="354682" y="2731083"/>
            <a:ext cx="11516967" cy="393624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8734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llenge &amp; Asp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;p3"/>
          <p:cNvSpPr/>
          <p:nvPr userDrawn="1"/>
        </p:nvSpPr>
        <p:spPr>
          <a:xfrm>
            <a:off x="11645900" y="793324"/>
            <a:ext cx="520800" cy="946500"/>
          </a:xfrm>
          <a:prstGeom prst="rect">
            <a:avLst/>
          </a:prstGeom>
          <a:solidFill>
            <a:schemeClr val="lt1"/>
          </a:solidFill>
          <a:ln w="400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0;p3"/>
          <p:cNvSpPr txBox="1"/>
          <p:nvPr userDrawn="1"/>
        </p:nvSpPr>
        <p:spPr>
          <a:xfrm>
            <a:off x="1381600" y="872875"/>
            <a:ext cx="10656300" cy="14196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 dirty="0">
                <a:solidFill>
                  <a:schemeClr val="dk1"/>
                </a:solidFill>
                <a:latin typeface="+mn-lt"/>
                <a:cs typeface="Calibri" panose="020F0502020204030204" pitchFamily="34" charset="0"/>
              </a:rPr>
              <a:t>Curriculum :</a:t>
            </a:r>
            <a:endParaRPr sz="2100" dirty="0">
              <a:solidFill>
                <a:schemeClr val="dk1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0" name="Google Shape;32;p3"/>
          <p:cNvPicPr preferRelativeResize="0"/>
          <p:nvPr userDrawn="1"/>
        </p:nvPicPr>
        <p:blipFill rotWithShape="1">
          <a:blip r:embed="rId2">
            <a:alphaModFix/>
          </a:blip>
          <a:srcRect l="19695" r="17478" b="11832"/>
          <a:stretch/>
        </p:blipFill>
        <p:spPr>
          <a:xfrm>
            <a:off x="273051" y="3791266"/>
            <a:ext cx="802244" cy="11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3;p3"/>
          <p:cNvPicPr preferRelativeResize="0"/>
          <p:nvPr userDrawn="1"/>
        </p:nvPicPr>
        <p:blipFill rotWithShape="1">
          <a:blip r:embed="rId3">
            <a:alphaModFix/>
          </a:blip>
          <a:srcRect b="11832"/>
          <a:stretch/>
        </p:blipFill>
        <p:spPr>
          <a:xfrm>
            <a:off x="109849" y="5526407"/>
            <a:ext cx="1125926" cy="9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4;p3"/>
          <p:cNvSpPr txBox="1"/>
          <p:nvPr userDrawn="1"/>
        </p:nvSpPr>
        <p:spPr>
          <a:xfrm>
            <a:off x="1385375" y="3544282"/>
            <a:ext cx="10656300" cy="16269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9F296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 dirty="0">
                <a:solidFill>
                  <a:srgbClr val="9F296B"/>
                </a:solidFill>
                <a:latin typeface="+mn-lt"/>
                <a:cs typeface="Calibri" panose="020F0502020204030204" pitchFamily="34" charset="0"/>
              </a:rPr>
              <a:t>SOAP : </a:t>
            </a:r>
            <a:endParaRPr sz="2100" b="1" dirty="0">
              <a:solidFill>
                <a:srgbClr val="9F296B"/>
              </a:solidFill>
              <a:latin typeface="+mn-lt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None/>
            </a:pPr>
            <a:r>
              <a:rPr lang="en-GB" sz="2400" dirty="0">
                <a:solidFill>
                  <a:srgbClr val="7030A0"/>
                </a:solidFill>
                <a:latin typeface="+mn-lt"/>
                <a:ea typeface="Ubuntu"/>
                <a:cs typeface="Calibri" panose="020F0502020204030204" pitchFamily="34" charset="0"/>
                <a:sym typeface="Ubuntu"/>
              </a:rPr>
              <a:t> </a:t>
            </a:r>
            <a:endParaRPr dirty="0">
              <a:latin typeface="+mn-lt"/>
              <a:ea typeface="Ubuntu"/>
              <a:cs typeface="Calibri" panose="020F0502020204030204" pitchFamily="34" charset="0"/>
              <a:sym typeface="Ubuntu"/>
            </a:endParaRPr>
          </a:p>
        </p:txBody>
      </p:sp>
      <p:sp>
        <p:nvSpPr>
          <p:cNvPr id="13" name="Google Shape;35;p3"/>
          <p:cNvSpPr txBox="1"/>
          <p:nvPr userDrawn="1"/>
        </p:nvSpPr>
        <p:spPr>
          <a:xfrm>
            <a:off x="1370525" y="5351316"/>
            <a:ext cx="10686000" cy="13755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en-GB" sz="2100" b="1" dirty="0">
                <a:solidFill>
                  <a:srgbClr val="7F7F7F"/>
                </a:solidFill>
                <a:latin typeface="+mn-lt"/>
                <a:cs typeface="Calibri" panose="020F0502020204030204" pitchFamily="34" charset="0"/>
              </a:rPr>
              <a:t>Key Vocabulary :</a:t>
            </a:r>
            <a:endParaRPr sz="2100" b="1" dirty="0">
              <a:solidFill>
                <a:srgbClr val="7F7F7F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4" name="Google Shape;36;p3"/>
          <p:cNvSpPr txBox="1"/>
          <p:nvPr userDrawn="1"/>
        </p:nvSpPr>
        <p:spPr>
          <a:xfrm>
            <a:off x="1381609" y="2499871"/>
            <a:ext cx="10656300" cy="8370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2F24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 dirty="0">
                <a:solidFill>
                  <a:srgbClr val="2F2466"/>
                </a:solidFill>
                <a:latin typeface="+mn-lt"/>
                <a:cs typeface="Calibri" panose="020F0502020204030204" pitchFamily="34" charset="0"/>
              </a:rPr>
              <a:t>Lesson Title :</a:t>
            </a:r>
            <a:endParaRPr sz="2100" dirty="0">
              <a:solidFill>
                <a:srgbClr val="2F2466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8" name="Google Shape;40;p3"/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563" y="1032500"/>
            <a:ext cx="1054500" cy="10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41;p3"/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555" y="2447870"/>
            <a:ext cx="946500" cy="9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1381125" y="1222375"/>
            <a:ext cx="10656888" cy="1069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1"/>
          </p:nvPr>
        </p:nvSpPr>
        <p:spPr>
          <a:xfrm>
            <a:off x="1396429" y="3954345"/>
            <a:ext cx="10656888" cy="118698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2"/>
          </p:nvPr>
        </p:nvSpPr>
        <p:spPr>
          <a:xfrm>
            <a:off x="1396429" y="2820202"/>
            <a:ext cx="10656888" cy="4941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381492" y="5758802"/>
            <a:ext cx="10656888" cy="9403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1273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5;p4"/>
          <p:cNvPicPr preferRelativeResize="0"/>
          <p:nvPr userDrawn="1"/>
        </p:nvPicPr>
        <p:blipFill rotWithShape="1">
          <a:blip r:embed="rId2">
            <a:alphaModFix/>
          </a:blip>
          <a:srcRect t="18724" b="31753"/>
          <a:stretch/>
        </p:blipFill>
        <p:spPr>
          <a:xfrm>
            <a:off x="22175" y="910319"/>
            <a:ext cx="768950" cy="3808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19914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Knowled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Google Shape;49;p5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200" y="816951"/>
            <a:ext cx="632575" cy="588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33790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essons Activi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Google Shape;92;p7"/>
          <p:cNvPicPr preferRelativeResize="0"/>
          <p:nvPr userDrawn="1"/>
        </p:nvPicPr>
        <p:blipFill rotWithShape="1">
          <a:blip r:embed="rId2">
            <a:alphaModFix/>
          </a:blip>
          <a:srcRect b="18652"/>
          <a:stretch/>
        </p:blipFill>
        <p:spPr>
          <a:xfrm>
            <a:off x="66500" y="802553"/>
            <a:ext cx="753701" cy="613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77825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en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Google Shape;97;p8"/>
          <p:cNvPicPr preferRelativeResize="0"/>
          <p:nvPr userDrawn="1"/>
        </p:nvPicPr>
        <p:blipFill rotWithShape="1">
          <a:blip r:embed="rId2">
            <a:alphaModFix/>
          </a:blip>
          <a:srcRect l="9936" t="9849" r="9606" b="23461"/>
          <a:stretch/>
        </p:blipFill>
        <p:spPr>
          <a:xfrm>
            <a:off x="34357" y="816950"/>
            <a:ext cx="763184" cy="6325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87860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d Exam 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11877675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Google Shape;106;p10"/>
          <p:cNvPicPr preferRelativeResize="0"/>
          <p:nvPr userDrawn="1"/>
        </p:nvPicPr>
        <p:blipFill rotWithShape="1">
          <a:blip r:embed="rId2">
            <a:alphaModFix/>
          </a:blip>
          <a:srcRect b="12990"/>
          <a:stretch/>
        </p:blipFill>
        <p:spPr>
          <a:xfrm>
            <a:off x="65575" y="816950"/>
            <a:ext cx="754616" cy="656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8715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borativ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;p4"/>
          <p:cNvSpPr txBox="1">
            <a:spLocks noGrp="1"/>
          </p:cNvSpPr>
          <p:nvPr>
            <p:ph type="body" idx="3"/>
          </p:nvPr>
        </p:nvSpPr>
        <p:spPr>
          <a:xfrm>
            <a:off x="10030700" y="816950"/>
            <a:ext cx="158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r" rtl="0">
              <a:spcBef>
                <a:spcPts val="360"/>
              </a:spcBef>
              <a:spcAft>
                <a:spcPts val="0"/>
              </a:spcAft>
              <a:buClr>
                <a:srgbClr val="666666"/>
              </a:buClr>
              <a:buSzPts val="1656"/>
              <a:buNone/>
              <a:defRPr sz="1800" b="1" i="0" u="none" strike="noStrike" cap="none">
                <a:solidFill>
                  <a:srgbClr val="666666"/>
                </a:solidFill>
                <a:latin typeface="+mn-lt"/>
              </a:defRPr>
            </a:lvl1pPr>
            <a:lvl2pPr marL="914400" marR="0" lvl="1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656"/>
              <a:buNone/>
              <a:defRPr sz="1800" i="0" u="none" strike="noStrike" cap="none">
                <a:solidFill>
                  <a:srgbClr val="462B72"/>
                </a:solidFill>
              </a:defRPr>
            </a:lvl2pPr>
            <a:lvl3pPr marL="1371600" marR="0" lvl="2" indent="-228600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472"/>
              <a:buNone/>
              <a:defRPr sz="1600" i="0" u="none" strike="noStrike" cap="none">
                <a:solidFill>
                  <a:srgbClr val="462B72"/>
                </a:solidFill>
              </a:defRPr>
            </a:lvl3pPr>
            <a:lvl4pPr marL="1828800" marR="0" lvl="3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4pPr>
            <a:lvl5pPr marL="2286000" marR="0" lvl="4" indent="-310388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288"/>
              <a:buChar char="◼"/>
              <a:defRPr sz="1400" i="0" u="none" strike="noStrike" cap="none">
                <a:solidFill>
                  <a:srgbClr val="462B72"/>
                </a:solidFill>
              </a:defRPr>
            </a:lvl5pPr>
            <a:lvl6pPr marL="2743200" marR="0" lvl="5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6pPr>
            <a:lvl7pPr marL="3200400" marR="0" lvl="6" indent="-298704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7pPr>
            <a:lvl8pPr marL="3657600" marR="0" lvl="7" indent="-298703" algn="r" rtl="0">
              <a:spcBef>
                <a:spcPts val="600"/>
              </a:spcBef>
              <a:spcAft>
                <a:spcPts val="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8pPr>
            <a:lvl9pPr marL="4114800" marR="0" lvl="8" indent="-298703" algn="r" rtl="0">
              <a:spcBef>
                <a:spcPts val="600"/>
              </a:spcBef>
              <a:spcAft>
                <a:spcPts val="600"/>
              </a:spcAft>
              <a:buClr>
                <a:srgbClr val="462B72"/>
              </a:buClr>
              <a:buSzPts val="1104"/>
              <a:buChar char="◼"/>
              <a:defRPr sz="1200" i="0" u="none" strike="noStrike" cap="none">
                <a:solidFill>
                  <a:srgbClr val="462B72"/>
                </a:solidFill>
              </a:defRPr>
            </a:lvl9pPr>
          </a:lstStyle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34938" y="1405288"/>
            <a:ext cx="8316043" cy="5322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1pPr>
            <a:lvl2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2pPr>
            <a:lvl3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3pPr>
            <a:lvl4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4pPr>
            <a:lvl5pPr>
              <a:defRPr sz="1800">
                <a:solidFill>
                  <a:srgbClr val="531D60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791125" y="788075"/>
            <a:ext cx="9239575" cy="588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1pPr>
            <a:lvl2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2pPr>
            <a:lvl3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3pPr>
            <a:lvl4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4pPr>
            <a:lvl5pPr>
              <a:defRPr b="1">
                <a:solidFill>
                  <a:schemeClr val="bg1">
                    <a:lumMod val="50000"/>
                  </a:schemeClr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Google Shape;86;p6"/>
          <p:cNvPicPr preferRelativeResize="0"/>
          <p:nvPr userDrawn="1"/>
        </p:nvPicPr>
        <p:blipFill rotWithShape="1">
          <a:blip r:embed="rId2">
            <a:alphaModFix/>
          </a:blip>
          <a:srcRect l="5937" r="5441" b="13547"/>
          <a:stretch/>
        </p:blipFill>
        <p:spPr>
          <a:xfrm>
            <a:off x="58452" y="785078"/>
            <a:ext cx="660851" cy="591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3;p6"/>
          <p:cNvSpPr/>
          <p:nvPr userDrawn="1"/>
        </p:nvSpPr>
        <p:spPr>
          <a:xfrm>
            <a:off x="8609021" y="1729915"/>
            <a:ext cx="3405600" cy="49449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+mn-lt"/>
              <a:ea typeface="Ubuntu"/>
              <a:cs typeface="Calibri" panose="020F0502020204030204" pitchFamily="34" charset="0"/>
              <a:sym typeface="Ubuntu"/>
            </a:endParaRPr>
          </a:p>
        </p:txBody>
      </p:sp>
      <p:sp>
        <p:nvSpPr>
          <p:cNvPr id="11" name="Google Shape;54;p6"/>
          <p:cNvSpPr txBox="1"/>
          <p:nvPr userDrawn="1"/>
        </p:nvSpPr>
        <p:spPr>
          <a:xfrm>
            <a:off x="9741992" y="3786877"/>
            <a:ext cx="1117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  <a:cs typeface="Calibri" panose="020F0502020204030204" pitchFamily="34" charset="0"/>
              </a:rPr>
              <a:t>Insert selected </a:t>
            </a:r>
            <a:endParaRPr dirty="0">
              <a:latin typeface="+mn-lt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  <a:cs typeface="Calibri" panose="020F0502020204030204" pitchFamily="34" charset="0"/>
              </a:rPr>
              <a:t>Collaborative</a:t>
            </a:r>
            <a:endParaRPr dirty="0">
              <a:latin typeface="+mn-lt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  <a:cs typeface="Calibri" panose="020F0502020204030204" pitchFamily="34" charset="0"/>
              </a:rPr>
              <a:t>Structure </a:t>
            </a:r>
            <a:endParaRPr dirty="0">
              <a:latin typeface="+mn-lt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BFBFBF"/>
                </a:solidFill>
                <a:latin typeface="+mn-lt"/>
                <a:cs typeface="Calibri" panose="020F0502020204030204" pitchFamily="34" charset="0"/>
              </a:rPr>
              <a:t>here</a:t>
            </a:r>
            <a:endParaRPr dirty="0"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12" name="Google Shape;55;p6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-16989287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56;p6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13024738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57;p6"/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-9060189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58;p6"/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-5095640" y="-5844414"/>
            <a:ext cx="3685844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9;p6"/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-1131091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60;p6"/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2833458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61;p6"/>
          <p:cNvPicPr preferRelativeResize="0"/>
          <p:nvPr userDrawn="1"/>
        </p:nvPicPr>
        <p:blipFill rotWithShape="1">
          <a:blip r:embed="rId9">
            <a:alphaModFix/>
          </a:blip>
          <a:srcRect/>
          <a:stretch/>
        </p:blipFill>
        <p:spPr>
          <a:xfrm>
            <a:off x="6798007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62;p6"/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>
            <a:off x="10762556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63;p6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14727105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64;p6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18691655" y="-5823651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65;p6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22656203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66;p6"/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26620753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67;p6"/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-1246087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69;p6"/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-8496328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70;p6"/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-456425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71;p6"/>
          <p:cNvPicPr preferRelativeResize="0"/>
          <p:nvPr userDrawn="1"/>
        </p:nvPicPr>
        <p:blipFill rotWithShape="1">
          <a:blip r:embed="rId18">
            <a:alphaModFix/>
          </a:blip>
          <a:srcRect/>
          <a:stretch/>
        </p:blipFill>
        <p:spPr>
          <a:xfrm>
            <a:off x="17107497" y="1068760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72;p6"/>
          <p:cNvPicPr preferRelativeResize="0"/>
          <p:nvPr userDrawn="1"/>
        </p:nvPicPr>
        <p:blipFill rotWithShape="1">
          <a:blip r:embed="rId19">
            <a:alphaModFix/>
          </a:blip>
          <a:srcRect/>
          <a:stretch/>
        </p:blipFill>
        <p:spPr>
          <a:xfrm>
            <a:off x="21067269" y="105994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73;p6"/>
          <p:cNvPicPr preferRelativeResize="0"/>
          <p:nvPr userDrawn="1"/>
        </p:nvPicPr>
        <p:blipFill rotWithShape="1">
          <a:blip r:embed="rId20">
            <a:alphaModFix/>
          </a:blip>
          <a:srcRect/>
          <a:stretch/>
        </p:blipFill>
        <p:spPr>
          <a:xfrm>
            <a:off x="-16989287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74;p6"/>
          <p:cNvPicPr preferRelativeResize="0"/>
          <p:nvPr userDrawn="1"/>
        </p:nvPicPr>
        <p:blipFill rotWithShape="1">
          <a:blip r:embed="rId21">
            <a:alphaModFix/>
          </a:blip>
          <a:srcRect/>
          <a:stretch/>
        </p:blipFill>
        <p:spPr>
          <a:xfrm>
            <a:off x="-13024739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75;p6"/>
          <p:cNvPicPr preferRelativeResize="0"/>
          <p:nvPr userDrawn="1"/>
        </p:nvPicPr>
        <p:blipFill rotWithShape="1">
          <a:blip r:embed="rId22">
            <a:alphaModFix/>
          </a:blip>
          <a:srcRect/>
          <a:stretch/>
        </p:blipFill>
        <p:spPr>
          <a:xfrm>
            <a:off x="-9060187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76;p6"/>
          <p:cNvPicPr preferRelativeResize="0"/>
          <p:nvPr userDrawn="1"/>
        </p:nvPicPr>
        <p:blipFill rotWithShape="1">
          <a:blip r:embed="rId23">
            <a:alphaModFix/>
          </a:blip>
          <a:srcRect/>
          <a:stretch/>
        </p:blipFill>
        <p:spPr>
          <a:xfrm>
            <a:off x="-5095638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77;p6"/>
          <p:cNvPicPr preferRelativeResize="0"/>
          <p:nvPr userDrawn="1"/>
        </p:nvPicPr>
        <p:blipFill rotWithShape="1">
          <a:blip r:embed="rId24">
            <a:alphaModFix/>
          </a:blip>
          <a:srcRect/>
          <a:stretch/>
        </p:blipFill>
        <p:spPr>
          <a:xfrm>
            <a:off x="-1131089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78;p6"/>
          <p:cNvPicPr preferRelativeResize="0"/>
          <p:nvPr userDrawn="1"/>
        </p:nvPicPr>
        <p:blipFill rotWithShape="1">
          <a:blip r:embed="rId25">
            <a:alphaModFix/>
          </a:blip>
          <a:srcRect/>
          <a:stretch/>
        </p:blipFill>
        <p:spPr>
          <a:xfrm>
            <a:off x="2833460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79;p6"/>
          <p:cNvPicPr preferRelativeResize="0"/>
          <p:nvPr userDrawn="1"/>
        </p:nvPicPr>
        <p:blipFill rotWithShape="1">
          <a:blip r:embed="rId26">
            <a:alphaModFix/>
          </a:blip>
          <a:srcRect/>
          <a:stretch/>
        </p:blipFill>
        <p:spPr>
          <a:xfrm>
            <a:off x="6765465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80;p6"/>
          <p:cNvPicPr preferRelativeResize="0"/>
          <p:nvPr userDrawn="1"/>
        </p:nvPicPr>
        <p:blipFill rotWithShape="1">
          <a:blip r:embed="rId27">
            <a:alphaModFix/>
          </a:blip>
          <a:srcRect/>
          <a:stretch/>
        </p:blipFill>
        <p:spPr>
          <a:xfrm>
            <a:off x="10697470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81;p6"/>
          <p:cNvPicPr preferRelativeResize="0"/>
          <p:nvPr userDrawn="1"/>
        </p:nvPicPr>
        <p:blipFill rotWithShape="1">
          <a:blip r:embed="rId28">
            <a:alphaModFix/>
          </a:blip>
          <a:srcRect/>
          <a:stretch/>
        </p:blipFill>
        <p:spPr>
          <a:xfrm>
            <a:off x="14662019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82;p6"/>
          <p:cNvPicPr preferRelativeResize="0"/>
          <p:nvPr userDrawn="1"/>
        </p:nvPicPr>
        <p:blipFill rotWithShape="1">
          <a:blip r:embed="rId29">
            <a:alphaModFix/>
          </a:blip>
          <a:srcRect/>
          <a:stretch/>
        </p:blipFill>
        <p:spPr>
          <a:xfrm>
            <a:off x="18594023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83;p6"/>
          <p:cNvPicPr preferRelativeResize="0"/>
          <p:nvPr userDrawn="1"/>
        </p:nvPicPr>
        <p:blipFill rotWithShape="1">
          <a:blip r:embed="rId30">
            <a:alphaModFix/>
          </a:blip>
          <a:srcRect/>
          <a:stretch/>
        </p:blipFill>
        <p:spPr>
          <a:xfrm>
            <a:off x="22526030" y="746156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84;p6"/>
          <p:cNvPicPr preferRelativeResize="0"/>
          <p:nvPr userDrawn="1"/>
        </p:nvPicPr>
        <p:blipFill rotWithShape="1">
          <a:blip r:embed="rId31">
            <a:alphaModFix/>
          </a:blip>
          <a:srcRect/>
          <a:stretch/>
        </p:blipFill>
        <p:spPr>
          <a:xfrm>
            <a:off x="26458034" y="7497636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85;p6"/>
          <p:cNvPicPr preferRelativeResize="0"/>
          <p:nvPr userDrawn="1"/>
        </p:nvPicPr>
        <p:blipFill rotWithShape="1">
          <a:blip r:embed="rId32">
            <a:alphaModFix/>
          </a:blip>
          <a:srcRect/>
          <a:stretch/>
        </p:blipFill>
        <p:spPr>
          <a:xfrm>
            <a:off x="13146286" y="1059942"/>
            <a:ext cx="3692079" cy="5221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55;p6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-16913087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56;p6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12948538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57;p6"/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-8983989" y="-5844414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58;p6"/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-5019440" y="-5844414"/>
            <a:ext cx="3685844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67;p6"/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-1238467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69;p6"/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-8420128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70;p6"/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-4488057" y="1074112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73;p6"/>
          <p:cNvPicPr preferRelativeResize="0"/>
          <p:nvPr userDrawn="1"/>
        </p:nvPicPr>
        <p:blipFill rotWithShape="1">
          <a:blip r:embed="rId20">
            <a:alphaModFix/>
          </a:blip>
          <a:srcRect/>
          <a:stretch/>
        </p:blipFill>
        <p:spPr>
          <a:xfrm>
            <a:off x="-16913087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74;p6"/>
          <p:cNvPicPr preferRelativeResize="0"/>
          <p:nvPr userDrawn="1"/>
        </p:nvPicPr>
        <p:blipFill rotWithShape="1">
          <a:blip r:embed="rId21">
            <a:alphaModFix/>
          </a:blip>
          <a:srcRect/>
          <a:stretch/>
        </p:blipFill>
        <p:spPr>
          <a:xfrm>
            <a:off x="-12948539" y="7484687"/>
            <a:ext cx="3685843" cy="52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Picture 50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25035001" y="1086587"/>
            <a:ext cx="3545315" cy="523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218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pire and Challenge">
  <p:cSld name="Aspire and Challeng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11645900" y="793324"/>
            <a:ext cx="520800" cy="946500"/>
          </a:xfrm>
          <a:prstGeom prst="rect">
            <a:avLst/>
          </a:prstGeom>
          <a:solidFill>
            <a:schemeClr val="lt1"/>
          </a:solidFill>
          <a:ln w="400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1381600" y="872875"/>
            <a:ext cx="10656300" cy="14196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Curriculum :</a:t>
            </a:r>
            <a:endParaRPr sz="21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1378650" y="1196475"/>
            <a:ext cx="10626600" cy="11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rtl="0">
              <a:spcBef>
                <a:spcPts val="400"/>
              </a:spcBef>
              <a:spcAft>
                <a:spcPts val="0"/>
              </a:spcAft>
              <a:buClr>
                <a:srgbClr val="531D60"/>
              </a:buClr>
              <a:buSzPts val="1840"/>
              <a:buNone/>
              <a:defRPr sz="2000" i="0" u="none" strike="noStrike" cap="none">
                <a:solidFill>
                  <a:srgbClr val="531D6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14400" marR="0" lvl="1" indent="-228600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656"/>
              <a:buNone/>
              <a:defRPr sz="1800" i="0" u="none" strike="noStrike" cap="none">
                <a:solidFill>
                  <a:srgbClr val="531D60"/>
                </a:solidFill>
              </a:defRPr>
            </a:lvl2pPr>
            <a:lvl3pPr marL="1371600" marR="0" lvl="2" indent="-322072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472"/>
              <a:buChar char="◼"/>
              <a:defRPr sz="1600" i="0" u="none" strike="noStrike" cap="none">
                <a:solidFill>
                  <a:srgbClr val="531D60"/>
                </a:solidFill>
              </a:defRPr>
            </a:lvl3pPr>
            <a:lvl4pPr marL="1828800" marR="0" lvl="3" indent="-310388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Char char="◼"/>
              <a:defRPr sz="1400" i="0" u="none" strike="noStrike" cap="none">
                <a:solidFill>
                  <a:srgbClr val="531D60"/>
                </a:solidFill>
              </a:defRPr>
            </a:lvl4pPr>
            <a:lvl5pPr marL="2286000" marR="0" lvl="4" indent="-310388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Char char="◼"/>
              <a:defRPr sz="1400" i="0" u="none" strike="noStrike" cap="none">
                <a:solidFill>
                  <a:srgbClr val="531D60"/>
                </a:solidFill>
              </a:defRPr>
            </a:lvl5pPr>
            <a:lvl6pPr marL="2743200" marR="0" lvl="5" indent="-298704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6pPr>
            <a:lvl7pPr marL="3200400" marR="0" lvl="6" indent="-298704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7pPr>
            <a:lvl8pPr marL="3657600" marR="0" lvl="7" indent="-298703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8pPr>
            <a:lvl9pPr marL="4114800" marR="0" lvl="8" indent="-298703" rtl="0">
              <a:spcBef>
                <a:spcPts val="600"/>
              </a:spcBef>
              <a:spcAft>
                <a:spcPts val="60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9pPr>
          </a:lstStyle>
          <a:p>
            <a:endParaRPr dirty="0"/>
          </a:p>
        </p:txBody>
      </p:sp>
      <p:pic>
        <p:nvPicPr>
          <p:cNvPr id="32" name="Google Shape;32;p3"/>
          <p:cNvPicPr preferRelativeResize="0"/>
          <p:nvPr/>
        </p:nvPicPr>
        <p:blipFill rotWithShape="1">
          <a:blip r:embed="rId2">
            <a:alphaModFix/>
          </a:blip>
          <a:srcRect l="19695" r="17478" b="11832"/>
          <a:stretch/>
        </p:blipFill>
        <p:spPr>
          <a:xfrm>
            <a:off x="273051" y="3791266"/>
            <a:ext cx="802244" cy="11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3">
            <a:alphaModFix/>
          </a:blip>
          <a:srcRect b="11832"/>
          <a:stretch/>
        </p:blipFill>
        <p:spPr>
          <a:xfrm>
            <a:off x="109849" y="5526407"/>
            <a:ext cx="1125926" cy="99274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 txBox="1"/>
          <p:nvPr/>
        </p:nvSpPr>
        <p:spPr>
          <a:xfrm>
            <a:off x="1385375" y="3544282"/>
            <a:ext cx="10656300" cy="16269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9F296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 dirty="0">
                <a:solidFill>
                  <a:srgbClr val="9F29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SOAP : </a:t>
            </a:r>
            <a:endParaRPr sz="2100" b="1" dirty="0">
              <a:solidFill>
                <a:srgbClr val="9F296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"/>
              <a:buNone/>
            </a:pPr>
            <a:r>
              <a:rPr lang="en-GB" sz="2400" dirty="0">
                <a:solidFill>
                  <a:srgbClr val="7030A0"/>
                </a:solidFill>
                <a:latin typeface="Calibri" panose="020F0502020204030204" pitchFamily="34" charset="0"/>
                <a:ea typeface="Ubuntu"/>
                <a:cs typeface="Calibri" panose="020F0502020204030204" pitchFamily="34" charset="0"/>
                <a:sym typeface="Ubuntu"/>
              </a:rPr>
              <a:t> </a:t>
            </a:r>
            <a:endParaRPr dirty="0">
              <a:latin typeface="Calibri" panose="020F0502020204030204" pitchFamily="34" charset="0"/>
              <a:ea typeface="Ubuntu"/>
              <a:cs typeface="Calibri" panose="020F0502020204030204" pitchFamily="34" charset="0"/>
              <a:sym typeface="Ubuntu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1370525" y="5351316"/>
            <a:ext cx="10686000" cy="13755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en-GB" sz="2100" b="1" dirty="0">
                <a:solidFill>
                  <a:srgbClr val="7F7F7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Vocabulary :</a:t>
            </a:r>
            <a:endParaRPr sz="2100" b="1" dirty="0">
              <a:solidFill>
                <a:srgbClr val="7F7F7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1381609" y="2499871"/>
            <a:ext cx="10656300" cy="8370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2F24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lang="en-GB" sz="2100" b="1" dirty="0">
                <a:solidFill>
                  <a:srgbClr val="2F24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Lesson Title :</a:t>
            </a:r>
            <a:endParaRPr sz="2100" dirty="0">
              <a:solidFill>
                <a:srgbClr val="2F246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Google Shape;37;p3"/>
          <p:cNvSpPr txBox="1">
            <a:spLocks noGrp="1"/>
          </p:cNvSpPr>
          <p:nvPr>
            <p:ph type="body" idx="2"/>
          </p:nvPr>
        </p:nvSpPr>
        <p:spPr>
          <a:xfrm>
            <a:off x="1385375" y="3965834"/>
            <a:ext cx="10626600" cy="11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rtl="0">
              <a:spcBef>
                <a:spcPts val="400"/>
              </a:spcBef>
              <a:spcAft>
                <a:spcPts val="0"/>
              </a:spcAft>
              <a:buClr>
                <a:srgbClr val="531D60"/>
              </a:buClr>
              <a:buSzPts val="1840"/>
              <a:buNone/>
              <a:defRPr sz="2000" i="0" u="none" strike="noStrike" cap="none">
                <a:solidFill>
                  <a:srgbClr val="531D6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14400" marR="0" lvl="1" indent="-228600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656"/>
              <a:buNone/>
              <a:defRPr sz="1800" i="0" u="none" strike="noStrike" cap="none">
                <a:solidFill>
                  <a:srgbClr val="531D60"/>
                </a:solidFill>
              </a:defRPr>
            </a:lvl2pPr>
            <a:lvl3pPr marL="1371600" marR="0" lvl="2" indent="-322072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472"/>
              <a:buChar char="◼"/>
              <a:defRPr sz="1600" i="0" u="none" strike="noStrike" cap="none">
                <a:solidFill>
                  <a:srgbClr val="531D60"/>
                </a:solidFill>
              </a:defRPr>
            </a:lvl3pPr>
            <a:lvl4pPr marL="1828800" marR="0" lvl="3" indent="-310388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Char char="◼"/>
              <a:defRPr sz="1400" i="0" u="none" strike="noStrike" cap="none">
                <a:solidFill>
                  <a:srgbClr val="531D60"/>
                </a:solidFill>
              </a:defRPr>
            </a:lvl4pPr>
            <a:lvl5pPr marL="2286000" marR="0" lvl="4" indent="-310388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Char char="◼"/>
              <a:defRPr sz="1400" i="0" u="none" strike="noStrike" cap="none">
                <a:solidFill>
                  <a:srgbClr val="531D60"/>
                </a:solidFill>
              </a:defRPr>
            </a:lvl5pPr>
            <a:lvl6pPr marL="2743200" marR="0" lvl="5" indent="-298704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6pPr>
            <a:lvl7pPr marL="3200400" marR="0" lvl="6" indent="-298704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7pPr>
            <a:lvl8pPr marL="3657600" marR="0" lvl="7" indent="-298703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8pPr>
            <a:lvl9pPr marL="4114800" marR="0" lvl="8" indent="-298703" rtl="0">
              <a:spcBef>
                <a:spcPts val="600"/>
              </a:spcBef>
              <a:spcAft>
                <a:spcPts val="60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9pPr>
          </a:lstStyle>
          <a:p>
            <a:endParaRPr dirty="0"/>
          </a:p>
        </p:txBody>
      </p:sp>
      <p:sp>
        <p:nvSpPr>
          <p:cNvPr id="38" name="Google Shape;38;p3"/>
          <p:cNvSpPr txBox="1">
            <a:spLocks noGrp="1"/>
          </p:cNvSpPr>
          <p:nvPr>
            <p:ph type="body" idx="3"/>
          </p:nvPr>
        </p:nvSpPr>
        <p:spPr>
          <a:xfrm>
            <a:off x="1385375" y="5733916"/>
            <a:ext cx="106563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rtl="0">
              <a:spcBef>
                <a:spcPts val="400"/>
              </a:spcBef>
              <a:spcAft>
                <a:spcPts val="0"/>
              </a:spcAft>
              <a:buClr>
                <a:srgbClr val="531D60"/>
              </a:buClr>
              <a:buSzPts val="1840"/>
              <a:buNone/>
              <a:defRPr sz="2000" i="0" u="none" strike="noStrike" cap="none">
                <a:solidFill>
                  <a:srgbClr val="531D6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14400" marR="0" lvl="1" indent="-228600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656"/>
              <a:buNone/>
              <a:defRPr sz="1800" i="0" u="none" strike="noStrike" cap="none">
                <a:solidFill>
                  <a:srgbClr val="531D60"/>
                </a:solidFill>
              </a:defRPr>
            </a:lvl2pPr>
            <a:lvl3pPr marL="1371600" marR="0" lvl="2" indent="-322072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472"/>
              <a:buChar char="◼"/>
              <a:defRPr sz="1600" i="0" u="none" strike="noStrike" cap="none">
                <a:solidFill>
                  <a:srgbClr val="531D60"/>
                </a:solidFill>
              </a:defRPr>
            </a:lvl3pPr>
            <a:lvl4pPr marL="1828800" marR="0" lvl="3" indent="-310388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Char char="◼"/>
              <a:defRPr sz="1400" i="0" u="none" strike="noStrike" cap="none">
                <a:solidFill>
                  <a:srgbClr val="531D60"/>
                </a:solidFill>
              </a:defRPr>
            </a:lvl4pPr>
            <a:lvl5pPr marL="2286000" marR="0" lvl="4" indent="-310388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Char char="◼"/>
              <a:defRPr sz="1400" i="0" u="none" strike="noStrike" cap="none">
                <a:solidFill>
                  <a:srgbClr val="531D60"/>
                </a:solidFill>
              </a:defRPr>
            </a:lvl5pPr>
            <a:lvl6pPr marL="2743200" marR="0" lvl="5" indent="-298704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6pPr>
            <a:lvl7pPr marL="3200400" marR="0" lvl="6" indent="-298704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7pPr>
            <a:lvl8pPr marL="3657600" marR="0" lvl="7" indent="-298703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8pPr>
            <a:lvl9pPr marL="4114800" marR="0" lvl="8" indent="-298703" rtl="0">
              <a:spcBef>
                <a:spcPts val="600"/>
              </a:spcBef>
              <a:spcAft>
                <a:spcPts val="60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9pPr>
          </a:lstStyle>
          <a:p>
            <a:endParaRPr dirty="0"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4"/>
          </p:nvPr>
        </p:nvSpPr>
        <p:spPr>
          <a:xfrm>
            <a:off x="1400225" y="2820821"/>
            <a:ext cx="106266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rtl="0">
              <a:spcBef>
                <a:spcPts val="400"/>
              </a:spcBef>
              <a:spcAft>
                <a:spcPts val="0"/>
              </a:spcAft>
              <a:buClr>
                <a:srgbClr val="531D60"/>
              </a:buClr>
              <a:buSzPts val="1840"/>
              <a:buNone/>
              <a:defRPr sz="2000" i="0" u="none" strike="noStrike" cap="none">
                <a:solidFill>
                  <a:srgbClr val="531D6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14400" marR="0" lvl="1" indent="-228600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656"/>
              <a:buNone/>
              <a:defRPr sz="1800" i="0" u="none" strike="noStrike" cap="none">
                <a:solidFill>
                  <a:srgbClr val="531D60"/>
                </a:solidFill>
              </a:defRPr>
            </a:lvl2pPr>
            <a:lvl3pPr marL="1371600" marR="0" lvl="2" indent="-322072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472"/>
              <a:buChar char="◼"/>
              <a:defRPr sz="1600" i="0" u="none" strike="noStrike" cap="none">
                <a:solidFill>
                  <a:srgbClr val="531D60"/>
                </a:solidFill>
              </a:defRPr>
            </a:lvl3pPr>
            <a:lvl4pPr marL="1828800" marR="0" lvl="3" indent="-310388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Char char="◼"/>
              <a:defRPr sz="1400" i="0" u="none" strike="noStrike" cap="none">
                <a:solidFill>
                  <a:srgbClr val="531D60"/>
                </a:solidFill>
              </a:defRPr>
            </a:lvl4pPr>
            <a:lvl5pPr marL="2286000" marR="0" lvl="4" indent="-310388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288"/>
              <a:buChar char="◼"/>
              <a:defRPr sz="1400" i="0" u="none" strike="noStrike" cap="none">
                <a:solidFill>
                  <a:srgbClr val="531D60"/>
                </a:solidFill>
              </a:defRPr>
            </a:lvl5pPr>
            <a:lvl6pPr marL="2743200" marR="0" lvl="5" indent="-298704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6pPr>
            <a:lvl7pPr marL="3200400" marR="0" lvl="6" indent="-298704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7pPr>
            <a:lvl8pPr marL="3657600" marR="0" lvl="7" indent="-298703" rtl="0">
              <a:spcBef>
                <a:spcPts val="600"/>
              </a:spcBef>
              <a:spcAft>
                <a:spcPts val="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8pPr>
            <a:lvl9pPr marL="4114800" marR="0" lvl="8" indent="-298703" rtl="0">
              <a:spcBef>
                <a:spcPts val="600"/>
              </a:spcBef>
              <a:spcAft>
                <a:spcPts val="600"/>
              </a:spcAft>
              <a:buClr>
                <a:srgbClr val="531D60"/>
              </a:buClr>
              <a:buSzPts val="1104"/>
              <a:buChar char="◼"/>
              <a:defRPr sz="1200" i="0" u="none" strike="noStrike" cap="none">
                <a:solidFill>
                  <a:srgbClr val="531D60"/>
                </a:solidFill>
              </a:defRPr>
            </a:lvl9pPr>
          </a:lstStyle>
          <a:p>
            <a:endParaRPr dirty="0"/>
          </a:p>
        </p:txBody>
      </p:sp>
      <p:pic>
        <p:nvPicPr>
          <p:cNvPr id="40" name="Google Shape;4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563" y="1032500"/>
            <a:ext cx="1054500" cy="10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555" y="2447870"/>
            <a:ext cx="946500" cy="946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501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;p1"/>
          <p:cNvSpPr/>
          <p:nvPr userDrawn="1"/>
        </p:nvSpPr>
        <p:spPr>
          <a:xfrm>
            <a:off x="-165" y="0"/>
            <a:ext cx="12192000" cy="768747"/>
          </a:xfrm>
          <a:prstGeom prst="rect">
            <a:avLst/>
          </a:prstGeom>
          <a:solidFill>
            <a:srgbClr val="531D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Google Shape;15;p1" descr="http://moziru.com/images/falling-stars-clipart-orange-star-14.png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 rot="-1249502">
            <a:off x="11484166" y="128260"/>
            <a:ext cx="229974" cy="204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;p1" descr="http://moziru.com/images/falling-stars-clipart-orange-star-14.png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 rot="481533">
            <a:off x="11460190" y="385344"/>
            <a:ext cx="280821" cy="249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7;p1" descr="http://moziru.com/images/falling-stars-clipart-orange-star-14.png"/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 rot="607793">
            <a:off x="11744711" y="139670"/>
            <a:ext cx="417843" cy="371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8;p1"/>
          <p:cNvPicPr preferRelativeResize="0"/>
          <p:nvPr userDrawn="1"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1671141" y="812868"/>
            <a:ext cx="476725" cy="4728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585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;p1"/>
          <p:cNvSpPr/>
          <p:nvPr userDrawn="1"/>
        </p:nvSpPr>
        <p:spPr>
          <a:xfrm>
            <a:off x="-165" y="0"/>
            <a:ext cx="12192000" cy="768747"/>
          </a:xfrm>
          <a:prstGeom prst="rect">
            <a:avLst/>
          </a:prstGeom>
          <a:solidFill>
            <a:srgbClr val="531D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</a:endParaRPr>
          </a:p>
        </p:txBody>
      </p:sp>
      <p:pic>
        <p:nvPicPr>
          <p:cNvPr id="12" name="Google Shape;15;p1" descr="http://moziru.com/images/falling-stars-clipart-orange-star-14.png"/>
          <p:cNvPicPr preferRelativeResize="0"/>
          <p:nvPr userDrawn="1"/>
        </p:nvPicPr>
        <p:blipFill rotWithShape="1">
          <a:blip r:embed="rId10">
            <a:alphaModFix/>
          </a:blip>
          <a:srcRect/>
          <a:stretch/>
        </p:blipFill>
        <p:spPr>
          <a:xfrm rot="-1249502">
            <a:off x="11484166" y="128260"/>
            <a:ext cx="229974" cy="204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;p1" descr="http://moziru.com/images/falling-stars-clipart-orange-star-14.png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 rot="481533">
            <a:off x="11460190" y="385344"/>
            <a:ext cx="280821" cy="249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7;p1" descr="http://moziru.com/images/falling-stars-clipart-orange-star-14.png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 rot="607793">
            <a:off x="11744711" y="139670"/>
            <a:ext cx="417843" cy="371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8;p1"/>
          <p:cNvPicPr preferRelativeResize="0"/>
          <p:nvPr userDrawn="1"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671141" y="812868"/>
            <a:ext cx="476725" cy="4728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508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;p1"/>
          <p:cNvSpPr/>
          <p:nvPr userDrawn="1"/>
        </p:nvSpPr>
        <p:spPr>
          <a:xfrm>
            <a:off x="-165" y="0"/>
            <a:ext cx="12192000" cy="768747"/>
          </a:xfrm>
          <a:prstGeom prst="rect">
            <a:avLst/>
          </a:prstGeom>
          <a:solidFill>
            <a:srgbClr val="531D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Google Shape;15;p1" descr="http://moziru.com/images/falling-stars-clipart-orange-star-14.png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 rot="-1249502">
            <a:off x="11484166" y="128260"/>
            <a:ext cx="229974" cy="204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;p1" descr="http://moziru.com/images/falling-stars-clipart-orange-star-14.png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 rot="481533">
            <a:off x="11460190" y="385344"/>
            <a:ext cx="280821" cy="249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7;p1" descr="http://moziru.com/images/falling-stars-clipart-orange-star-14.png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 rot="607793">
            <a:off x="11744711" y="139670"/>
            <a:ext cx="417843" cy="371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8;p1"/>
          <p:cNvPicPr preferRelativeResize="0"/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671141" y="812868"/>
            <a:ext cx="476725" cy="4728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399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DA33B7-C216-4228-AAD5-01326A7F921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GB" dirty="0"/>
              <a:t>10</a:t>
            </a:r>
          </a:p>
        </p:txBody>
      </p:sp>
      <p:graphicFrame>
        <p:nvGraphicFramePr>
          <p:cNvPr id="10" name="Google Shape;146;p3">
            <a:extLst>
              <a:ext uri="{FF2B5EF4-FFF2-40B4-BE49-F238E27FC236}">
                <a16:creationId xmlns:a16="http://schemas.microsoft.com/office/drawing/2014/main" id="{1052683A-DF2D-493C-9789-35ED987F90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9761378"/>
              </p:ext>
            </p:extLst>
          </p:nvPr>
        </p:nvGraphicFramePr>
        <p:xfrm>
          <a:off x="331768" y="2722277"/>
          <a:ext cx="11548784" cy="392661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87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1613767968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781797976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3613712983"/>
                    </a:ext>
                  </a:extLst>
                </a:gridCol>
              </a:tblGrid>
              <a:tr h="196330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30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538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C3310C6-07E1-4B08-9219-E696524E8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397178"/>
              </p:ext>
            </p:extLst>
          </p:nvPr>
        </p:nvGraphicFramePr>
        <p:xfrm>
          <a:off x="311449" y="2082198"/>
          <a:ext cx="11569101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268">
                  <a:extLst>
                    <a:ext uri="{9D8B030D-6E8A-4147-A177-3AD203B41FA5}">
                      <a16:colId xmlns:a16="http://schemas.microsoft.com/office/drawing/2014/main" val="804457823"/>
                    </a:ext>
                  </a:extLst>
                </a:gridCol>
                <a:gridCol w="2885242">
                  <a:extLst>
                    <a:ext uri="{9D8B030D-6E8A-4147-A177-3AD203B41FA5}">
                      <a16:colId xmlns:a16="http://schemas.microsoft.com/office/drawing/2014/main" val="770291054"/>
                    </a:ext>
                  </a:extLst>
                </a:gridCol>
                <a:gridCol w="5781591">
                  <a:extLst>
                    <a:ext uri="{9D8B030D-6E8A-4147-A177-3AD203B41FA5}">
                      <a16:colId xmlns:a16="http://schemas.microsoft.com/office/drawing/2014/main" val="2872318480"/>
                    </a:ext>
                  </a:extLst>
                </a:gridCol>
              </a:tblGrid>
              <a:tr h="604930">
                <a:tc>
                  <a:txBody>
                    <a:bodyPr/>
                    <a:lstStyle/>
                    <a:p>
                      <a:pPr algn="r"/>
                      <a:r>
                        <a:rPr lang="en-GB" sz="3200" dirty="0">
                          <a:solidFill>
                            <a:srgbClr val="531D6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rgbClr val="531D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b="0" dirty="0">
                        <a:solidFill>
                          <a:srgbClr val="531D60"/>
                        </a:solidFill>
                      </a:endParaRPr>
                    </a:p>
                    <a:p>
                      <a:endParaRPr lang="en-GB" sz="1800" b="0" dirty="0">
                        <a:solidFill>
                          <a:srgbClr val="531D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6551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7F4949A-D82F-4D3A-85D1-23F737961B1E}"/>
              </a:ext>
            </a:extLst>
          </p:cNvPr>
          <p:cNvSpPr txBox="1">
            <a:spLocks/>
          </p:cNvSpPr>
          <p:nvPr/>
        </p:nvSpPr>
        <p:spPr>
          <a:xfrm>
            <a:off x="6738730" y="800433"/>
            <a:ext cx="3907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91270F7-1920-4E2F-B6A9-60512A8B4C59}" type="datetime2">
              <a:rPr kumimoji="0" lang="en-GB" sz="2000" b="0" i="0" u="sng" strike="noStrike" kern="1200" cap="none" spc="0" normalizeH="0" baseline="0" noProof="0">
                <a:ln>
                  <a:noFill/>
                </a:ln>
                <a:solidFill>
                  <a:srgbClr val="531D6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Tuesday, 25 August 2026</a:t>
            </a:fld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srgbClr val="531D60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10;p1">
            <a:extLst>
              <a:ext uri="{FF2B5EF4-FFF2-40B4-BE49-F238E27FC236}">
                <a16:creationId xmlns:a16="http://schemas.microsoft.com/office/drawing/2014/main" id="{8A3CB976-2AFD-4094-CE41-980FDA800CB7}"/>
              </a:ext>
            </a:extLst>
          </p:cNvPr>
          <p:cNvSpPr/>
          <p:nvPr/>
        </p:nvSpPr>
        <p:spPr>
          <a:xfrm>
            <a:off x="-165" y="0"/>
            <a:ext cx="12192000" cy="768747"/>
          </a:xfrm>
          <a:prstGeom prst="rect">
            <a:avLst/>
          </a:prstGeom>
          <a:solidFill>
            <a:srgbClr val="531D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7096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8F654-6BD9-E4C4-86A0-A7691E6C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B029096-B876-23A0-C613-E1E7D2AEDBE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GB" dirty="0"/>
              <a:t>10</a:t>
            </a:r>
          </a:p>
        </p:txBody>
      </p:sp>
      <p:graphicFrame>
        <p:nvGraphicFramePr>
          <p:cNvPr id="10" name="Google Shape;146;p3">
            <a:extLst>
              <a:ext uri="{FF2B5EF4-FFF2-40B4-BE49-F238E27FC236}">
                <a16:creationId xmlns:a16="http://schemas.microsoft.com/office/drawing/2014/main" id="{20E1CF8D-FD88-5E58-2331-00F7E67DCA1B}"/>
              </a:ext>
            </a:extLst>
          </p:cNvPr>
          <p:cNvGraphicFramePr/>
          <p:nvPr/>
        </p:nvGraphicFramePr>
        <p:xfrm>
          <a:off x="331768" y="2722277"/>
          <a:ext cx="11548784" cy="392661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87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1613767968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781797976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3613712983"/>
                    </a:ext>
                  </a:extLst>
                </a:gridCol>
              </a:tblGrid>
              <a:tr h="196330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30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538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3582F6C-2DF5-10D7-9BC2-D946ED936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560331"/>
              </p:ext>
            </p:extLst>
          </p:nvPr>
        </p:nvGraphicFramePr>
        <p:xfrm>
          <a:off x="311449" y="2082198"/>
          <a:ext cx="11569101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268">
                  <a:extLst>
                    <a:ext uri="{9D8B030D-6E8A-4147-A177-3AD203B41FA5}">
                      <a16:colId xmlns:a16="http://schemas.microsoft.com/office/drawing/2014/main" val="804457823"/>
                    </a:ext>
                  </a:extLst>
                </a:gridCol>
                <a:gridCol w="2885242">
                  <a:extLst>
                    <a:ext uri="{9D8B030D-6E8A-4147-A177-3AD203B41FA5}">
                      <a16:colId xmlns:a16="http://schemas.microsoft.com/office/drawing/2014/main" val="770291054"/>
                    </a:ext>
                  </a:extLst>
                </a:gridCol>
                <a:gridCol w="5781591">
                  <a:extLst>
                    <a:ext uri="{9D8B030D-6E8A-4147-A177-3AD203B41FA5}">
                      <a16:colId xmlns:a16="http://schemas.microsoft.com/office/drawing/2014/main" val="2872318480"/>
                    </a:ext>
                  </a:extLst>
                </a:gridCol>
              </a:tblGrid>
              <a:tr h="604930">
                <a:tc>
                  <a:txBody>
                    <a:bodyPr/>
                    <a:lstStyle/>
                    <a:p>
                      <a:pPr algn="r"/>
                      <a:r>
                        <a:rPr lang="en-GB" sz="3200" dirty="0">
                          <a:solidFill>
                            <a:srgbClr val="531D6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rgbClr val="531D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b="0" dirty="0">
                        <a:solidFill>
                          <a:srgbClr val="531D60"/>
                        </a:solidFill>
                      </a:endParaRPr>
                    </a:p>
                    <a:p>
                      <a:endParaRPr lang="en-GB" sz="1800" b="0" dirty="0">
                        <a:solidFill>
                          <a:srgbClr val="531D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6551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247D971-B59F-C530-48F6-8D374FD023DC}"/>
              </a:ext>
            </a:extLst>
          </p:cNvPr>
          <p:cNvSpPr txBox="1">
            <a:spLocks/>
          </p:cNvSpPr>
          <p:nvPr/>
        </p:nvSpPr>
        <p:spPr>
          <a:xfrm>
            <a:off x="6738730" y="800433"/>
            <a:ext cx="3907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91270F7-1920-4E2F-B6A9-60512A8B4C59}" type="datetime2">
              <a:rPr kumimoji="0" lang="en-GB" sz="2000" b="0" i="0" u="sng" strike="noStrike" kern="1200" cap="none" spc="0" normalizeH="0" baseline="0" noProof="0">
                <a:ln>
                  <a:noFill/>
                </a:ln>
                <a:solidFill>
                  <a:srgbClr val="531D6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Tuesday, 25 August 2026</a:t>
            </a:fld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srgbClr val="531D60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10;p1">
            <a:extLst>
              <a:ext uri="{FF2B5EF4-FFF2-40B4-BE49-F238E27FC236}">
                <a16:creationId xmlns:a16="http://schemas.microsoft.com/office/drawing/2014/main" id="{25F5A88A-03AB-0E2F-4409-7A5613118D1E}"/>
              </a:ext>
            </a:extLst>
          </p:cNvPr>
          <p:cNvSpPr/>
          <p:nvPr/>
        </p:nvSpPr>
        <p:spPr>
          <a:xfrm>
            <a:off x="-165" y="0"/>
            <a:ext cx="12192000" cy="768747"/>
          </a:xfrm>
          <a:prstGeom prst="rect">
            <a:avLst/>
          </a:prstGeom>
          <a:solidFill>
            <a:srgbClr val="531D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9604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1E108-689D-C440-53EC-898FF448D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284D05-E8E8-B9A6-0A24-7934A03BC2A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GB" dirty="0"/>
              <a:t>10</a:t>
            </a:r>
          </a:p>
        </p:txBody>
      </p:sp>
      <p:graphicFrame>
        <p:nvGraphicFramePr>
          <p:cNvPr id="10" name="Google Shape;146;p3">
            <a:extLst>
              <a:ext uri="{FF2B5EF4-FFF2-40B4-BE49-F238E27FC236}">
                <a16:creationId xmlns:a16="http://schemas.microsoft.com/office/drawing/2014/main" id="{9A409473-28BD-548E-2754-FBB841D06849}"/>
              </a:ext>
            </a:extLst>
          </p:cNvPr>
          <p:cNvGraphicFramePr/>
          <p:nvPr/>
        </p:nvGraphicFramePr>
        <p:xfrm>
          <a:off x="331768" y="2722277"/>
          <a:ext cx="11548784" cy="392661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87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1613767968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781797976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3613712983"/>
                    </a:ext>
                  </a:extLst>
                </a:gridCol>
              </a:tblGrid>
              <a:tr h="196330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30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538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01B3A63-2F31-2DE7-B1B6-CA5521755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031988"/>
              </p:ext>
            </p:extLst>
          </p:nvPr>
        </p:nvGraphicFramePr>
        <p:xfrm>
          <a:off x="311449" y="2082198"/>
          <a:ext cx="11569101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268">
                  <a:extLst>
                    <a:ext uri="{9D8B030D-6E8A-4147-A177-3AD203B41FA5}">
                      <a16:colId xmlns:a16="http://schemas.microsoft.com/office/drawing/2014/main" val="804457823"/>
                    </a:ext>
                  </a:extLst>
                </a:gridCol>
                <a:gridCol w="2885242">
                  <a:extLst>
                    <a:ext uri="{9D8B030D-6E8A-4147-A177-3AD203B41FA5}">
                      <a16:colId xmlns:a16="http://schemas.microsoft.com/office/drawing/2014/main" val="770291054"/>
                    </a:ext>
                  </a:extLst>
                </a:gridCol>
                <a:gridCol w="5781591">
                  <a:extLst>
                    <a:ext uri="{9D8B030D-6E8A-4147-A177-3AD203B41FA5}">
                      <a16:colId xmlns:a16="http://schemas.microsoft.com/office/drawing/2014/main" val="2872318480"/>
                    </a:ext>
                  </a:extLst>
                </a:gridCol>
              </a:tblGrid>
              <a:tr h="604930">
                <a:tc>
                  <a:txBody>
                    <a:bodyPr/>
                    <a:lstStyle/>
                    <a:p>
                      <a:pPr algn="r"/>
                      <a:r>
                        <a:rPr lang="en-GB" sz="3200" dirty="0">
                          <a:solidFill>
                            <a:srgbClr val="531D6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rgbClr val="531D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b="0" dirty="0">
                        <a:solidFill>
                          <a:srgbClr val="531D60"/>
                        </a:solidFill>
                      </a:endParaRPr>
                    </a:p>
                    <a:p>
                      <a:endParaRPr lang="en-GB" sz="1800" b="0" dirty="0">
                        <a:solidFill>
                          <a:srgbClr val="531D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6551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92F9A1B-B4C7-1F75-C733-F3C6F02CAF32}"/>
              </a:ext>
            </a:extLst>
          </p:cNvPr>
          <p:cNvSpPr txBox="1">
            <a:spLocks/>
          </p:cNvSpPr>
          <p:nvPr/>
        </p:nvSpPr>
        <p:spPr>
          <a:xfrm>
            <a:off x="6738730" y="800433"/>
            <a:ext cx="3907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91270F7-1920-4E2F-B6A9-60512A8B4C59}" type="datetime2">
              <a:rPr kumimoji="0" lang="en-GB" sz="2000" b="0" i="0" u="sng" strike="noStrike" kern="1200" cap="none" spc="0" normalizeH="0" baseline="0" noProof="0">
                <a:ln>
                  <a:noFill/>
                </a:ln>
                <a:solidFill>
                  <a:srgbClr val="531D6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Tuesday, 25 August 2026</a:t>
            </a:fld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srgbClr val="531D60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10;p1">
            <a:extLst>
              <a:ext uri="{FF2B5EF4-FFF2-40B4-BE49-F238E27FC236}">
                <a16:creationId xmlns:a16="http://schemas.microsoft.com/office/drawing/2014/main" id="{850B9EE5-8EA0-3780-9F1D-F0F2911B8F1B}"/>
              </a:ext>
            </a:extLst>
          </p:cNvPr>
          <p:cNvSpPr/>
          <p:nvPr/>
        </p:nvSpPr>
        <p:spPr>
          <a:xfrm>
            <a:off x="-165" y="0"/>
            <a:ext cx="12192000" cy="768747"/>
          </a:xfrm>
          <a:prstGeom prst="rect">
            <a:avLst/>
          </a:prstGeom>
          <a:solidFill>
            <a:srgbClr val="531D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588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6A327-9DD9-CA6C-0C15-358E6F130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A3202B-3731-65EE-3761-8B6B1C7D3D0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GB" dirty="0"/>
              <a:t>10</a:t>
            </a:r>
          </a:p>
        </p:txBody>
      </p:sp>
      <p:graphicFrame>
        <p:nvGraphicFramePr>
          <p:cNvPr id="10" name="Google Shape;146;p3">
            <a:extLst>
              <a:ext uri="{FF2B5EF4-FFF2-40B4-BE49-F238E27FC236}">
                <a16:creationId xmlns:a16="http://schemas.microsoft.com/office/drawing/2014/main" id="{2AA2BBCB-62C3-F357-6CE9-BAD6C108AF71}"/>
              </a:ext>
            </a:extLst>
          </p:cNvPr>
          <p:cNvGraphicFramePr/>
          <p:nvPr/>
        </p:nvGraphicFramePr>
        <p:xfrm>
          <a:off x="331768" y="2722277"/>
          <a:ext cx="11548784" cy="392661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87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1613767968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781797976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3613712983"/>
                    </a:ext>
                  </a:extLst>
                </a:gridCol>
              </a:tblGrid>
              <a:tr h="196330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30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538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7005718-7D69-3C34-2E1A-CC3ADA1A9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983217"/>
              </p:ext>
            </p:extLst>
          </p:nvPr>
        </p:nvGraphicFramePr>
        <p:xfrm>
          <a:off x="311449" y="2082198"/>
          <a:ext cx="11569101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268">
                  <a:extLst>
                    <a:ext uri="{9D8B030D-6E8A-4147-A177-3AD203B41FA5}">
                      <a16:colId xmlns:a16="http://schemas.microsoft.com/office/drawing/2014/main" val="804457823"/>
                    </a:ext>
                  </a:extLst>
                </a:gridCol>
                <a:gridCol w="2885242">
                  <a:extLst>
                    <a:ext uri="{9D8B030D-6E8A-4147-A177-3AD203B41FA5}">
                      <a16:colId xmlns:a16="http://schemas.microsoft.com/office/drawing/2014/main" val="770291054"/>
                    </a:ext>
                  </a:extLst>
                </a:gridCol>
                <a:gridCol w="5781591">
                  <a:extLst>
                    <a:ext uri="{9D8B030D-6E8A-4147-A177-3AD203B41FA5}">
                      <a16:colId xmlns:a16="http://schemas.microsoft.com/office/drawing/2014/main" val="2872318480"/>
                    </a:ext>
                  </a:extLst>
                </a:gridCol>
              </a:tblGrid>
              <a:tr h="604930">
                <a:tc>
                  <a:txBody>
                    <a:bodyPr/>
                    <a:lstStyle/>
                    <a:p>
                      <a:pPr algn="r"/>
                      <a:r>
                        <a:rPr lang="en-GB" sz="3200" dirty="0">
                          <a:solidFill>
                            <a:srgbClr val="531D6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rgbClr val="531D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b="0" dirty="0">
                        <a:solidFill>
                          <a:srgbClr val="531D60"/>
                        </a:solidFill>
                      </a:endParaRPr>
                    </a:p>
                    <a:p>
                      <a:endParaRPr lang="en-GB" sz="1800" b="0" dirty="0">
                        <a:solidFill>
                          <a:srgbClr val="531D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6551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77ED753-9C95-AE44-A95B-E8747DC352B2}"/>
              </a:ext>
            </a:extLst>
          </p:cNvPr>
          <p:cNvSpPr txBox="1">
            <a:spLocks/>
          </p:cNvSpPr>
          <p:nvPr/>
        </p:nvSpPr>
        <p:spPr>
          <a:xfrm>
            <a:off x="6738730" y="800433"/>
            <a:ext cx="3907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91270F7-1920-4E2F-B6A9-60512A8B4C59}" type="datetime2">
              <a:rPr kumimoji="0" lang="en-GB" sz="2000" b="0" i="0" u="sng" strike="noStrike" kern="1200" cap="none" spc="0" normalizeH="0" baseline="0" noProof="0">
                <a:ln>
                  <a:noFill/>
                </a:ln>
                <a:solidFill>
                  <a:srgbClr val="531D6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Tuesday, 25 August 2026</a:t>
            </a:fld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srgbClr val="531D60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10;p1">
            <a:extLst>
              <a:ext uri="{FF2B5EF4-FFF2-40B4-BE49-F238E27FC236}">
                <a16:creationId xmlns:a16="http://schemas.microsoft.com/office/drawing/2014/main" id="{E8E257C7-5BBC-BDE3-205B-EE5486EE6BB6}"/>
              </a:ext>
            </a:extLst>
          </p:cNvPr>
          <p:cNvSpPr/>
          <p:nvPr/>
        </p:nvSpPr>
        <p:spPr>
          <a:xfrm>
            <a:off x="-165" y="0"/>
            <a:ext cx="12192000" cy="768747"/>
          </a:xfrm>
          <a:prstGeom prst="rect">
            <a:avLst/>
          </a:prstGeom>
          <a:solidFill>
            <a:srgbClr val="531D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9055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0796-4462-4B6F-46D7-82CF182E2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105966-3368-C731-3891-C7EDB91F728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GB" dirty="0"/>
              <a:t>10</a:t>
            </a:r>
          </a:p>
        </p:txBody>
      </p:sp>
      <p:graphicFrame>
        <p:nvGraphicFramePr>
          <p:cNvPr id="10" name="Google Shape;146;p3">
            <a:extLst>
              <a:ext uri="{FF2B5EF4-FFF2-40B4-BE49-F238E27FC236}">
                <a16:creationId xmlns:a16="http://schemas.microsoft.com/office/drawing/2014/main" id="{E2CB2A51-3C32-8492-121F-559EF20396E7}"/>
              </a:ext>
            </a:extLst>
          </p:cNvPr>
          <p:cNvGraphicFramePr/>
          <p:nvPr/>
        </p:nvGraphicFramePr>
        <p:xfrm>
          <a:off x="331768" y="2722277"/>
          <a:ext cx="11548784" cy="392661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887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1613767968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781797976"/>
                    </a:ext>
                  </a:extLst>
                </a:gridCol>
                <a:gridCol w="2887196">
                  <a:extLst>
                    <a:ext uri="{9D8B030D-6E8A-4147-A177-3AD203B41FA5}">
                      <a16:colId xmlns:a16="http://schemas.microsoft.com/office/drawing/2014/main" val="3613712983"/>
                    </a:ext>
                  </a:extLst>
                </a:gridCol>
              </a:tblGrid>
              <a:tr h="196330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307"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endParaRPr lang="en-GB" sz="1800" b="0" kern="1200" baseline="0" dirty="0">
                        <a:solidFill>
                          <a:srgbClr val="531D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538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F2ECC9-0D6F-8A40-9679-8595B4EFC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27242"/>
              </p:ext>
            </p:extLst>
          </p:nvPr>
        </p:nvGraphicFramePr>
        <p:xfrm>
          <a:off x="311449" y="2082198"/>
          <a:ext cx="11569101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268">
                  <a:extLst>
                    <a:ext uri="{9D8B030D-6E8A-4147-A177-3AD203B41FA5}">
                      <a16:colId xmlns:a16="http://schemas.microsoft.com/office/drawing/2014/main" val="804457823"/>
                    </a:ext>
                  </a:extLst>
                </a:gridCol>
                <a:gridCol w="2885242">
                  <a:extLst>
                    <a:ext uri="{9D8B030D-6E8A-4147-A177-3AD203B41FA5}">
                      <a16:colId xmlns:a16="http://schemas.microsoft.com/office/drawing/2014/main" val="770291054"/>
                    </a:ext>
                  </a:extLst>
                </a:gridCol>
                <a:gridCol w="5781591">
                  <a:extLst>
                    <a:ext uri="{9D8B030D-6E8A-4147-A177-3AD203B41FA5}">
                      <a16:colId xmlns:a16="http://schemas.microsoft.com/office/drawing/2014/main" val="2872318480"/>
                    </a:ext>
                  </a:extLst>
                </a:gridCol>
              </a:tblGrid>
              <a:tr h="604930">
                <a:tc>
                  <a:txBody>
                    <a:bodyPr/>
                    <a:lstStyle/>
                    <a:p>
                      <a:pPr algn="r"/>
                      <a:r>
                        <a:rPr lang="en-GB" sz="3200" dirty="0">
                          <a:solidFill>
                            <a:srgbClr val="531D60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solidFill>
                          <a:srgbClr val="531D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800" b="0" dirty="0">
                        <a:solidFill>
                          <a:srgbClr val="531D60"/>
                        </a:solidFill>
                      </a:endParaRPr>
                    </a:p>
                    <a:p>
                      <a:endParaRPr lang="en-GB" sz="1800" b="0" dirty="0">
                        <a:solidFill>
                          <a:srgbClr val="531D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6551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129C22B-DF85-D850-BBE0-D0AAA33E9435}"/>
              </a:ext>
            </a:extLst>
          </p:cNvPr>
          <p:cNvSpPr txBox="1">
            <a:spLocks/>
          </p:cNvSpPr>
          <p:nvPr/>
        </p:nvSpPr>
        <p:spPr>
          <a:xfrm>
            <a:off x="6738730" y="800433"/>
            <a:ext cx="3907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91270F7-1920-4E2F-B6A9-60512A8B4C59}" type="datetime2">
              <a:rPr kumimoji="0" lang="en-GB" sz="2000" b="0" i="0" u="sng" strike="noStrike" kern="1200" cap="none" spc="0" normalizeH="0" baseline="0" noProof="0">
                <a:ln>
                  <a:noFill/>
                </a:ln>
                <a:solidFill>
                  <a:srgbClr val="531D6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Tuesday, 25 August 2026</a:t>
            </a:fld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srgbClr val="531D60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10;p1">
            <a:extLst>
              <a:ext uri="{FF2B5EF4-FFF2-40B4-BE49-F238E27FC236}">
                <a16:creationId xmlns:a16="http://schemas.microsoft.com/office/drawing/2014/main" id="{EACA0EE2-AD98-74FF-3740-AA27D360AD20}"/>
              </a:ext>
            </a:extLst>
          </p:cNvPr>
          <p:cNvSpPr/>
          <p:nvPr/>
        </p:nvSpPr>
        <p:spPr>
          <a:xfrm>
            <a:off x="-165" y="0"/>
            <a:ext cx="12192000" cy="768747"/>
          </a:xfrm>
          <a:prstGeom prst="rect">
            <a:avLst/>
          </a:prstGeom>
          <a:solidFill>
            <a:srgbClr val="531D6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428958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0000"/>
      </a:accent1>
      <a:accent2>
        <a:srgbClr val="FF0000"/>
      </a:accent2>
      <a:accent3>
        <a:srgbClr val="FF0000"/>
      </a:accent3>
      <a:accent4>
        <a:srgbClr val="FF0000"/>
      </a:accent4>
      <a:accent5>
        <a:srgbClr val="FF0000"/>
      </a:accent5>
      <a:accent6>
        <a:srgbClr val="FF000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wrap="square" rtlCol="0">
        <a:spAutoFit/>
      </a:bodyPr>
      <a:lstStyle>
        <a:defPPr algn="l">
          <a:lnSpc>
            <a:spcPct val="90000"/>
          </a:lnSpc>
          <a:spcBef>
            <a:spcPts val="1000"/>
          </a:spcBef>
          <a:buClrTx/>
          <a:defRPr sz="1800" kern="1200" dirty="0" err="1">
            <a:solidFill>
              <a:srgbClr val="531D60"/>
            </a:solidFill>
            <a:latin typeface="+mn-lt"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0000"/>
      </a:accent1>
      <a:accent2>
        <a:srgbClr val="FF0000"/>
      </a:accent2>
      <a:accent3>
        <a:srgbClr val="FF0000"/>
      </a:accent3>
      <a:accent4>
        <a:srgbClr val="FF0000"/>
      </a:accent4>
      <a:accent5>
        <a:srgbClr val="FF0000"/>
      </a:accent5>
      <a:accent6>
        <a:srgbClr val="FF000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wrap="square" rtlCol="0">
        <a:spAutoFit/>
      </a:bodyPr>
      <a:lstStyle>
        <a:defPPr algn="l">
          <a:lnSpc>
            <a:spcPct val="90000"/>
          </a:lnSpc>
          <a:spcBef>
            <a:spcPts val="1000"/>
          </a:spcBef>
          <a:buClrTx/>
          <a:defRPr sz="1800" kern="1200" dirty="0" err="1">
            <a:solidFill>
              <a:srgbClr val="531D60"/>
            </a:solidFill>
            <a:latin typeface="+mn-lt"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20</Words>
  <Application>Microsoft Office PowerPoint</Application>
  <PresentationFormat>Widescreen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Noto Sans Symbols</vt:lpstr>
      <vt:lpstr>Custom Design</vt:lpstr>
      <vt:lpstr>1_Custom Design</vt:lpstr>
      <vt:lpstr>2_Custom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8v1</dc:title>
  <dc:creator>Costello, James</dc:creator>
  <cp:lastModifiedBy>James Costello</cp:lastModifiedBy>
  <cp:revision>30</cp:revision>
  <dcterms:created xsi:type="dcterms:W3CDTF">2024-09-09T10:04:59Z</dcterms:created>
  <dcterms:modified xsi:type="dcterms:W3CDTF">2026-08-25T19:02:52Z</dcterms:modified>
</cp:coreProperties>
</file>